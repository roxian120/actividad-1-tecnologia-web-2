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dc06ed495240f0" /><Relationship Type="http://schemas.openxmlformats.org/officeDocument/2006/relationships/extended-properties" Target="/docProps/app.xml" Id="Ref5a383a664d416b" /><Relationship Type="http://schemas.openxmlformats.org/officeDocument/2006/relationships/officeDocument" Target="/ppt/presentation.xml" Id="R6c45202a68894d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20270a4c6491a"/>
  </p:sldMasterIdLst>
  <p:notesMasterIdLst>
    <p:notesMasterId xmlns:r="http://schemas.openxmlformats.org/officeDocument/2006/relationships" r:id="R788313cafc214684"/>
  </p:notesMasterIdLst>
  <p:sldIdLst>
    <p:sldId xmlns:r="http://schemas.openxmlformats.org/officeDocument/2006/relationships" id="256" r:id="R959e31a705074e81"/>
    <p:sldId xmlns:r="http://schemas.openxmlformats.org/officeDocument/2006/relationships" id="257" r:id="R68314645bc9b4a63"/>
    <p:sldId xmlns:r="http://schemas.openxmlformats.org/officeDocument/2006/relationships" id="258" r:id="R792bfc36dfaf4db1"/>
    <p:sldId xmlns:r="http://schemas.openxmlformats.org/officeDocument/2006/relationships" id="259" r:id="R2ee454af87094e89"/>
    <p:sldId xmlns:r="http://schemas.openxmlformats.org/officeDocument/2006/relationships" id="260" r:id="R433c587d7f954c2e"/>
    <p:sldId xmlns:r="http://schemas.openxmlformats.org/officeDocument/2006/relationships" id="261" r:id="R2590702e2b8a46bf"/>
    <p:sldId xmlns:r="http://schemas.openxmlformats.org/officeDocument/2006/relationships" id="262" r:id="Rb80fed6df5df4cbf"/>
    <p:sldId xmlns:r="http://schemas.openxmlformats.org/officeDocument/2006/relationships" id="263" r:id="R8ebabd9bbc3848ee"/>
    <p:sldId xmlns:r="http://schemas.openxmlformats.org/officeDocument/2006/relationships" id="264" r:id="Rd2b6ec74abc145d8"/>
    <p:sldId xmlns:r="http://schemas.openxmlformats.org/officeDocument/2006/relationships" id="265" r:id="R72e3df53fa0245f5"/>
    <p:sldId xmlns:r="http://schemas.openxmlformats.org/officeDocument/2006/relationships" id="266" r:id="Rc6206226d1394b2f"/>
    <p:sldId xmlns:r="http://schemas.openxmlformats.org/officeDocument/2006/relationships" id="267" r:id="R0d0f593181c94176"/>
    <p:sldId xmlns:r="http://schemas.openxmlformats.org/officeDocument/2006/relationships" id="268" r:id="Ree4f53be9ff5443e"/>
    <p:sldId xmlns:r="http://schemas.openxmlformats.org/officeDocument/2006/relationships" id="269" r:id="R24c90b5389ef45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e9cf960d1549be" /><Relationship Type="http://schemas.openxmlformats.org/officeDocument/2006/relationships/slideMaster" Target="/ppt/slideMasters/slideMaster1.xml" Id="Ra0b20270a4c6491a" /><Relationship Type="http://schemas.openxmlformats.org/officeDocument/2006/relationships/notesMaster" Target="/ppt/notesMasters/notesMaster1.xml" Id="R788313cafc214684" /><Relationship Type="http://schemas.openxmlformats.org/officeDocument/2006/relationships/presProps" Target="/ppt/presProps.xml" Id="R46d973b65e054fe9" /><Relationship Type="http://schemas.openxmlformats.org/officeDocument/2006/relationships/tableStyles" Target="/ppt/tableStyles.xml" Id="R6a479a7781864b15" /><Relationship Type="http://schemas.openxmlformats.org/officeDocument/2006/relationships/slide" Target="/ppt/slides/slide1.xml" Id="R959e31a705074e81" /><Relationship Type="http://schemas.openxmlformats.org/officeDocument/2006/relationships/slide" Target="/ppt/slides/slide2.xml" Id="R68314645bc9b4a63" /><Relationship Type="http://schemas.openxmlformats.org/officeDocument/2006/relationships/slide" Target="/ppt/slides/slide3.xml" Id="R792bfc36dfaf4db1" /><Relationship Type="http://schemas.openxmlformats.org/officeDocument/2006/relationships/slide" Target="/ppt/slides/slide4.xml" Id="R2ee454af87094e89" /><Relationship Type="http://schemas.openxmlformats.org/officeDocument/2006/relationships/slide" Target="/ppt/slides/slide5.xml" Id="R433c587d7f954c2e" /><Relationship Type="http://schemas.openxmlformats.org/officeDocument/2006/relationships/slide" Target="/ppt/slides/slide6.xml" Id="R2590702e2b8a46bf" /><Relationship Type="http://schemas.openxmlformats.org/officeDocument/2006/relationships/slide" Target="/ppt/slides/slide7.xml" Id="Rb80fed6df5df4cbf" /><Relationship Type="http://schemas.openxmlformats.org/officeDocument/2006/relationships/slide" Target="/ppt/slides/slide8.xml" Id="R8ebabd9bbc3848ee" /><Relationship Type="http://schemas.openxmlformats.org/officeDocument/2006/relationships/slide" Target="/ppt/slides/slide9.xml" Id="Rd2b6ec74abc145d8" /><Relationship Type="http://schemas.openxmlformats.org/officeDocument/2006/relationships/slide" Target="/ppt/slides/slide10.xml" Id="R72e3df53fa0245f5" /><Relationship Type="http://schemas.openxmlformats.org/officeDocument/2006/relationships/slide" Target="/ppt/slides/slide11.xml" Id="Rc6206226d1394b2f" /><Relationship Type="http://schemas.openxmlformats.org/officeDocument/2006/relationships/slide" Target="/ppt/slides/slide12.xml" Id="R0d0f593181c94176" /><Relationship Type="http://schemas.openxmlformats.org/officeDocument/2006/relationships/slide" Target="/ppt/slides/slide13.xml" Id="Ree4f53be9ff5443e" /><Relationship Type="http://schemas.openxmlformats.org/officeDocument/2006/relationships/slide" Target="/ppt/slides/slide14.xml" Id="R24c90b5389ef45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8eb54364e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a2813d41b64681" /><Relationship Type="http://schemas.openxmlformats.org/officeDocument/2006/relationships/notesMaster" Target="/ppt/notesMasters/notesMaster1.xml" Id="R9d81f8da61d14e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5503f514f4c88" /><Relationship Type="http://schemas.openxmlformats.org/officeDocument/2006/relationships/notesMaster" Target="/ppt/notesMasters/notesMaster1.xml" Id="Rb11b06f77e6d43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797f8065814e85" /><Relationship Type="http://schemas.openxmlformats.org/officeDocument/2006/relationships/notesMaster" Target="/ppt/notesMasters/notesMaster1.xml" Id="R40fc644eaa4140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2e3f5b37314936" /><Relationship Type="http://schemas.openxmlformats.org/officeDocument/2006/relationships/notesMaster" Target="/ppt/notesMasters/notesMaster1.xml" Id="R1584479771b0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2d3b35d0e455f" /><Relationship Type="http://schemas.openxmlformats.org/officeDocument/2006/relationships/notesMaster" Target="/ppt/notesMasters/notesMaster1.xml" Id="R8c3c0874f7ef4f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b140b8c2124bc2" /><Relationship Type="http://schemas.openxmlformats.org/officeDocument/2006/relationships/notesMaster" Target="/ppt/notesMasters/notesMaster1.xml" Id="R3c425a6358e245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5ad149806e4321" /><Relationship Type="http://schemas.openxmlformats.org/officeDocument/2006/relationships/notesMaster" Target="/ppt/notesMasters/notesMaster1.xml" Id="Rae6db6676fec44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42559696a54542" /><Relationship Type="http://schemas.openxmlformats.org/officeDocument/2006/relationships/notesMaster" Target="/ppt/notesMasters/notesMaster1.xml" Id="R70e62b45a3fa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06c2c8a4b241a9" /><Relationship Type="http://schemas.openxmlformats.org/officeDocument/2006/relationships/notesMaster" Target="/ppt/notesMasters/notesMaster1.xml" Id="R7e782000b6184b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9dc12075734224" /><Relationship Type="http://schemas.openxmlformats.org/officeDocument/2006/relationships/notesMaster" Target="/ppt/notesMasters/notesMaster1.xml" Id="Rd6dadf3c6310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ae5b206dfb4ed1" /><Relationship Type="http://schemas.openxmlformats.org/officeDocument/2006/relationships/notesMaster" Target="/ppt/notesMasters/notesMaster1.xml" Id="Rf6af624d021544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2c96f4d254407f" /><Relationship Type="http://schemas.openxmlformats.org/officeDocument/2006/relationships/notesMaster" Target="/ppt/notesMasters/notesMaster1.xml" Id="R7125ff5fcfbb40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0219d872e24277" /><Relationship Type="http://schemas.openxmlformats.org/officeDocument/2006/relationships/notesMaster" Target="/ppt/notesMasters/notesMaster1.xml" Id="Rea18f957654e45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168f1ecb4444ae" /><Relationship Type="http://schemas.openxmlformats.org/officeDocument/2006/relationships/notesMaster" Target="/ppt/notesMasters/notesMaster1.xml" Id="R37e3977c580541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Rodrigo Ledezma Sanchez, grupo HTML. UPDS, Tecnología Web II. Docente: M.Sc. Ing. Jimmy Nataniel Requena Llorentty. Fecha: 16 de octubre de 2026. Presentación para defensa, no acredita exposición ya realizada.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actividad-02/sql/01-esquema.sql y MODELO_ER.mmd. Ver diagrama completo en el informe. Una categoría y un socio pueden tener cero o varios productos.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src/ImportadorJson.php, importar_json.php, evidencias/MIGRACION_JSON.txt y pruebas/verificar.php. La semilla ya incluye los seis productos originales. No afirmar seis inserciones nuevas.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src/Conexion.php, src/Repositorio.php. PHP Documentation Group. (s. f.). Prepared statements and stored procedures. https://www.php.net/manual/en/pdo.prepared-statements.php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ProductoRepositorio.php y captura 12_PRODUCTO_CREADO.jpg. Navegación real del asistente el 16/10/2026. La demostración creó DEM-001 a Bs 32,50, editó a Bs 35,00 y eliminó el registro.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SocioRepositorio.php y captura 06_SOCIO_EDITADO.jpg. Registro temporal eliminado al terminar. La FK impide borrar socios asociados, con respuesta 409.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Validacion.php, ErrorHttp.php y captura 10_VALIDACION_SOCIO.jpg. Errores inesperados usan referencia y log privado.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03_INYECCION_SQL.jpg y RESULTADOS_PRUEBAS.txt. Cadena zzz' OR 1=1 -- -. SQLi también comprobada en socios. Los casos concretos no equivalen a certificación universal de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08_XSS_REFLEJADO.jpg, public/index.php y verificador. OWASP Foundation. (s. f.). Cross site scripting prevention cheat sheet. https://cheatsheetseries.owasp.org/cheatsheets/Cross_Site_Scripting_Prevention_Cheat_Sheet.html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ProductoRepositorio::despues(), captura 09_PAGINACION_CLAVE.jpg. Numerada disponible en productos y socios. El cursor conserva filtros, ordena por ID y no permite saltar a una página arbitraria.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evidencias/EXPLAIN_MEDICIONES.json, 16/10/2026, MySQL 8.4.11. 31 ejecuciones. Filas reales del operador de acceso de EXPLAIN ANALYZE. Oracle. (s. f.). EXPLAIN statement. https://dev.mysql.com/doc/refman/8.4/en/explain.html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evidencias/RESULTADOS_PRUEBAS.txt y .json. PHP 8.5.8, MySQL 8.4.11. Ejecución real por herramientas, sin restaurar tablas. Los registros temporales se limpian selectivamente.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https://github.com/ROXIAN120/Actividad-1-tecnologia-web-2/tree/main/actividad-02</a:t>
            </a:r>
          </a:p>
          <a:p xmlns:a="http://schemas.openxmlformats.org/drawingml/2006/main">
            <a:r>
              <a:t>Revisión de código ccba795bef45dcad4471650049a2c9aab0a84822. Consultar informe, BITACORA_IA.md y GUIA_DEFENSA.md. IA sustancial declarada. El participante debe revisar y defender.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referencias completas en formato APA 7 están en el informe técnico. Las notas de cada diapositiva conservan sus fuentes específicas.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33a62bfbe41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5d3961a2a41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04626186343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8f8c557a848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cb0de8c0445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1535ced604c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00A457-8D8C-41F7-BED6-82081437C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ABEFB1-67FF-4768-AE68-687F25C595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CAC894-F29A-45CF-BF12-3A39DFC4A7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0EC0CF-4DBE-4B24-A45D-B8D318453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78A89C-14E2-4B00-99C5-A98EAF0906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38E34C-8DD4-4CA9-A47A-7632DB788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1DE81D-89B6-404C-9262-4C26058B4E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D32A98-F3BE-4023-BB36-132F9E085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0685FB-A4AA-4EB2-9EC6-282CD2EE9A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6CB8F1-5953-43FA-9510-0977D8BC3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bbaf266aa74e4f" /><Relationship Type="http://schemas.openxmlformats.org/officeDocument/2006/relationships/slideLayout" Target="/ppt/slideLayouts/slideLayout1.xml" Id="Re46ed877564f4882" /><Relationship Type="http://schemas.openxmlformats.org/officeDocument/2006/relationships/slideLayout" Target="/ppt/slideLayouts/slideLayout2.xml" Id="R3378d6be175647ea" /><Relationship Type="http://schemas.openxmlformats.org/officeDocument/2006/relationships/slideLayout" Target="/ppt/slideLayouts/slideLayout3.xml" Id="R3e358bd4633a4e48" /><Relationship Type="http://schemas.openxmlformats.org/officeDocument/2006/relationships/slideLayout" Target="/ppt/slideLayouts/slideLayout4.xml" Id="R771b7823714a456d" /><Relationship Type="http://schemas.openxmlformats.org/officeDocument/2006/relationships/slideLayout" Target="/ppt/slideLayouts/slideLayout5.xml" Id="Rbf84ed8c66fd4024" /><Relationship Type="http://schemas.openxmlformats.org/officeDocument/2006/relationships/slideLayout" Target="/ppt/slideLayouts/slideLayout6.xml" Id="R97065ca8eada45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6ed877564f4882"/>
    <p:sldLayoutId xmlns:r="http://schemas.openxmlformats.org/officeDocument/2006/relationships" id="2147483650" r:id="R3378d6be175647ea"/>
    <p:sldLayoutId xmlns:r="http://schemas.openxmlformats.org/officeDocument/2006/relationships" id="2147483651" r:id="R3e358bd4633a4e48"/>
    <p:sldLayoutId xmlns:r="http://schemas.openxmlformats.org/officeDocument/2006/relationships" id="2147483652" r:id="R771b7823714a456d"/>
    <p:sldLayoutId xmlns:r="http://schemas.openxmlformats.org/officeDocument/2006/relationships" id="2147483653" r:id="Rbf84ed8c66fd4024"/>
    <p:sldLayoutId xmlns:r="http://schemas.openxmlformats.org/officeDocument/2006/relationships" id="2147483654" r:id="R97065ca8eada45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8cf2bd8ee456e" /><Relationship Type="http://schemas.openxmlformats.org/officeDocument/2006/relationships/notesSlide" Target="/ppt/notesSlides/notesSlide1.xml" Id="R20a85dea3b3c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58ed4bf794967" /><Relationship Type="http://schemas.openxmlformats.org/officeDocument/2006/relationships/notesSlide" Target="/ppt/notesSlides/notesSlide2.xml" Id="R7e8009b6c50c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8b113057b4237" /><Relationship Type="http://schemas.openxmlformats.org/officeDocument/2006/relationships/notesSlide" Target="/ppt/notesSlides/notesSlide3.xml" Id="R5577e9a9f8d24f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f78ed81ed41d1" /><Relationship Type="http://schemas.openxmlformats.org/officeDocument/2006/relationships/notesSlide" Target="/ppt/notesSlides/notesSlide4.xml" Id="Rfb481357676243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663e09b8646d9" /><Relationship Type="http://schemas.openxmlformats.org/officeDocument/2006/relationships/image" Target="/ppt/media/image.jpeg" Id="R93b99a0ab3e04041" /><Relationship Type="http://schemas.openxmlformats.org/officeDocument/2006/relationships/notesSlide" Target="/ppt/notesSlides/notesSlide5.xml" Id="Re77747939ca642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ffef1f18e4ed0" /><Relationship Type="http://schemas.openxmlformats.org/officeDocument/2006/relationships/image" Target="/ppt/media/image2.jpeg" Id="R82e3df8d28e34206" /><Relationship Type="http://schemas.openxmlformats.org/officeDocument/2006/relationships/notesSlide" Target="/ppt/notesSlides/notesSlide6.xml" Id="R81f2dcc1197d4e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10cd74cab4996" /><Relationship Type="http://schemas.openxmlformats.org/officeDocument/2006/relationships/image" Target="/ppt/media/image3.jpeg" Id="R2033dacfee4c4148" /><Relationship Type="http://schemas.openxmlformats.org/officeDocument/2006/relationships/notesSlide" Target="/ppt/notesSlides/notesSlide7.xml" Id="Rbca85ff9264f4e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0fd86aaa54fdf" /><Relationship Type="http://schemas.openxmlformats.org/officeDocument/2006/relationships/image" Target="/ppt/media/image4.jpeg" Id="R1abc29dfc0b74499" /><Relationship Type="http://schemas.openxmlformats.org/officeDocument/2006/relationships/notesSlide" Target="/ppt/notesSlides/notesSlide8.xml" Id="Reb01daf4a94145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3930d0328451a" /><Relationship Type="http://schemas.openxmlformats.org/officeDocument/2006/relationships/image" Target="/ppt/media/image5.jpeg" Id="Rcbb79cc0ad4d4476" /><Relationship Type="http://schemas.openxmlformats.org/officeDocument/2006/relationships/notesSlide" Target="/ppt/notesSlides/notesSlide9.xml" Id="Rfb87a6846b2a4f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edc0b0ccc4c43" /><Relationship Type="http://schemas.openxmlformats.org/officeDocument/2006/relationships/image" Target="/ppt/media/image6.jpeg" Id="R037f8f2822104ca4" /><Relationship Type="http://schemas.openxmlformats.org/officeDocument/2006/relationships/notesSlide" Target="/ppt/notesSlides/notesSlide10.xml" Id="Re48a5dcf88854b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25b4fda724715" /><Relationship Type="http://schemas.openxmlformats.org/officeDocument/2006/relationships/notesSlide" Target="/ppt/notesSlides/notesSlide11.xml" Id="R3daffb22d40849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9c05b9d0147bc" /><Relationship Type="http://schemas.openxmlformats.org/officeDocument/2006/relationships/notesSlide" Target="/ppt/notesSlides/notesSlide12.xml" Id="R30923663b8154b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453ea1ef74a3c" /><Relationship Type="http://schemas.openxmlformats.org/officeDocument/2006/relationships/notesSlide" Target="/ppt/notesSlides/notesSlide13.xml" Id="R63ff31f621414b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6adee6cea419e" /><Relationship Type="http://schemas.openxmlformats.org/officeDocument/2006/relationships/notesSlide" Target="/ppt/notesSlides/notesSlide14.xml" Id="R211052b4f910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4ED52-743F-480C-9DC2-73A52CF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Actividad 02: De JSON a MySQL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7E5FC-0785-4439-94D6-880BEA5D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4918A-8C4C-4586-873D-46B7E9B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731"/>
                </a:solidFill>
                <a:latin typeface="Arial"/>
                <a:ea typeface="Arial"/>
                <a:cs typeface="Arial"/>
              </a:rPr>
              <a:t>Catálogo de apicultores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AF461-705C-4F20-B408-FB78231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38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Rodrigo Ledezma Sanchez</a:t>
            </a:r>
          </a:p>
          <a:p xmlns:a="http://schemas.openxmlformats.org/drawingml/2006/main">
            <a:pPr>
              <a:defRPr sz="22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Grupo HTML · Tecnología Web II · UPDS</a:t>
            </a:r>
          </a:p>
          <a:p xmlns:a="http://schemas.openxmlformats.org/drawingml/2006/main">
            <a:pPr>
              <a:defRPr sz="22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853559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0E6F9-4828-43B9-B7D1-0DAED43A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Modelo relacional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15A5A-F95F-42C8-AFAA-452AB1C1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FCF82-DBDA-4A4E-8F9F-8BAEDCC3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Categorías (1:N) Productos y Socios (1:N) Productos.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8DC3B-B042-41DD-95D5-FECF37C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PK numéricas, código UNIQUE y dos claves foráneas RESTRICT.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C6A60-4E1B-4573-9CE5-0964773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DECIMAL(10,2) conserva importes. CHECK limita precio y stock.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0EA5E-F3C0-4BEE-905D-8DACBADF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Datos iniciales: 3 categorías, 8 socios y 36 productos.</a:t>
            </a:r>
          </a:p>
        </p:txBody>
      </p:sp>
    </p:spTree>
    <p:extLst>
      <p:ext uri="{BB962C8B-B14F-4D97-AF65-F5344CB8AC3E}">
        <p14:creationId xmlns:p14="http://schemas.microsoft.com/office/powerpoint/2010/main" val="247884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1E23-BAEF-425B-BB9A-DEBDB499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Migración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4C80C-201B-40B4-BD7C-0F65D4B3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A6B4C-62DF-4A8A-9B6B-98486F5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El JSON original conserva sus seis productos y códigos.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42A4-57E3-4098-8E03-95676CE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La simulación usa transacción y revierte los cambios.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9BA1-8B05-46AC-B3D7-7F5CD252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El modo --aplicar confirma y omite códigos existentes.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B9368-4C8B-4D58-B0A1-5411A3CD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Las pruebas verifican inserción, reversión e idempotencia.</a:t>
            </a:r>
          </a:p>
        </p:txBody>
      </p:sp>
    </p:spTree>
    <p:extLst>
      <p:ext uri="{BB962C8B-B14F-4D97-AF65-F5344CB8AC3E}">
        <p14:creationId xmlns:p14="http://schemas.microsoft.com/office/powerpoint/2010/main" val="871528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C4B70-17C7-4D6B-9739-76C0E2AE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PDO y consultas preparadas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EDE03-852B-4192-A51C-329324AF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AEDA7-7A55-474A-8D1D-710CD633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Configuración fuera de public y claves aleatorias en .env ignorado.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6797D-031B-4E91-92CB-98F71403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prepare() define SQL y bindValue() enlaza datos tipados.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FBE0F-05CB-4B23-9DF4-9B93BFD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Preparación nativa y múltiples sentencias deshabilitadas.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F8584-8382-449D-B5B5-DE4E59B6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ORDER BY usa constantes permitidas, nunca texto libre.</a:t>
            </a:r>
          </a:p>
        </p:txBody>
      </p:sp>
    </p:spTree>
    <p:extLst>
      <p:ext uri="{BB962C8B-B14F-4D97-AF65-F5344CB8AC3E}">
        <p14:creationId xmlns:p14="http://schemas.microsoft.com/office/powerpoint/2010/main" val="491587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22971-0088-4051-9BC6-FE470F2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CRUD de productos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0A64C-70BD-4BA6-A6D8-1F463EDA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BEC9A-42F2-4E76-A954-706CE12B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733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Alta, lectura, edición y borrado.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Validación antes de persistir.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POST correcto redirige con 303.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Código comercial inmutable.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5CFB4-DACD-4353-813A-559F2B4D6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99a0ab3e04041"/>
          <a:stretch xmlns:a="http://schemas.openxmlformats.org/drawingml/2006/main"/>
        </p:blipFill>
        <p:spPr>
          <a:xfrm xmlns:a="http://schemas.openxmlformats.org/drawingml/2006/main">
            <a:off x="4648200" y="1615693"/>
            <a:ext cx="6934200" cy="40266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36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9262A-D275-4D53-8AD4-FAAB607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CRUD de 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81EBB-BE55-4195-934F-EA48FF14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A5EC2-368B-41E6-BF91-76635D8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733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Repositorio completo y ficha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Teléfono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Edición de comunidad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Socios asociados: conflicto 409 al borrar.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1C3ED-C9E1-4E5B-A3D5-B564C05AE4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3df8d28e34206"/>
          <a:stretch xmlns:a="http://schemas.openxmlformats.org/drawingml/2006/main"/>
        </p:blipFill>
        <p:spPr>
          <a:xfrm xmlns:a="http://schemas.openxmlformats.org/drawingml/2006/main">
            <a:off x="5735263" y="1352550"/>
            <a:ext cx="4760073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134C-B641-4A82-B328-F3413F2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Validación y manejo de errores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4F8C4-6C07-4311-81B8-300C500B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0C197-47FF-474B-98FD-55689D97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733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422 para campos inválidos.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409 para duplicados o relaciones protegidas.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404 si el registro no existe.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El formulario conserva texto escapado.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C8E1-6FB9-4798-91C9-F01AAA8BE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3dacfee4c4148"/>
          <a:stretch xmlns:a="http://schemas.openxmlformats.org/drawingml/2006/main"/>
        </p:blipFill>
        <p:spPr>
          <a:xfrm xmlns:a="http://schemas.openxmlformats.org/drawingml/2006/main">
            <a:off x="4689747" y="1352550"/>
            <a:ext cx="6851106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63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B0F1A-CF44-4949-A4B4-953EF73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Prueba de inyección 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5E120-AD87-4F36-BBC2-4B2275D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50308-5CB6-4BF1-95D3-13E981F4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733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Entrada de prueba:</a:t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zzz' OR 1=1 -- 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Resultado: cero coincidencias.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Sin inventario expuesto ni error SQL.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20B62-DE76-4AF2-9CC3-F23978501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c29dfc0b74499"/>
          <a:stretch xmlns:a="http://schemas.openxmlformats.org/drawingml/2006/main"/>
        </p:blipFill>
        <p:spPr>
          <a:xfrm xmlns:a="http://schemas.openxmlformats.org/drawingml/2006/main">
            <a:off x="4648200" y="1643123"/>
            <a:ext cx="6934200" cy="3971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48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6B7FB-7CB1-4C58-9D59-0E43D44B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Pruebas XSS y protección CSRF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132FC-FFA9-40D8-8D7F-4ABE439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6611A-0DD3-4788-A270-CA55AA0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733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XSS reflejado y almacenado como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htmlspecialchars en la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CSP bloquea scripts.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POST exige token de sesión.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07B06-2AF1-43D1-AE8A-06A60825A4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79cc0ad4d4476"/>
          <a:stretch xmlns:a="http://schemas.openxmlformats.org/drawingml/2006/main"/>
        </p:blipFill>
        <p:spPr>
          <a:xfrm xmlns:a="http://schemas.openxmlformats.org/drawingml/2006/main">
            <a:off x="4648200" y="1643123"/>
            <a:ext cx="6934200" cy="3971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57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5D3EC-7FD1-49CA-BC42-D604173D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Paginación por clave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3DC00-7EAE-4914-80C1-677994D9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FE77B-2D85-47AC-A6C6-4C29BED2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733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Numerada: diez filas y total coherente.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Clave: id &gt; último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Sin COUNT ni OFFSET.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Una fila extra detecta continuación.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7A234-CA58-4C38-B93C-1E0485FAC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f8f2822104ca4"/>
          <a:stretch xmlns:a="http://schemas.openxmlformats.org/drawingml/2006/main"/>
        </p:blipFill>
        <p:spPr>
          <a:xfrm xmlns:a="http://schemas.openxmlformats.org/drawingml/2006/main">
            <a:off x="5593421" y="1352550"/>
            <a:ext cx="5043759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49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EA5EB-0748-484A-9C91-FFA663FD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Mediciones con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BB958-5876-4D44-8546-08A0E888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7287D-4BB1-4E46-9958-6862ACBCCE06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90750"/>
                <a:gridCol w="2438400"/>
              </a:tblGrid>
              <a:tr h="628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91440" marR="91440" marT="45720" marB="45720">
                    <a:solidFill>
                      <a:srgbClr val="F5E3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Filas leídas</a:t>
                      </a:r>
                    </a:p>
                  </a:txBody>
                  <a:tcPr marL="91440" marR="91440" marT="45720" marB="45720">
                    <a:solidFill>
                      <a:srgbClr val="F5E3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Mediana ms</a:t>
                      </a:r>
                    </a:p>
                  </a:txBody>
                  <a:tcPr marL="91440" marR="91440" marT="45720" marB="45720">
                    <a:solidFill>
                      <a:srgbClr val="F5E3C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Socio sin índice compuesto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0.6655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Socio con índice compuesto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0.7093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OFFSET 20, LIMIT 10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0.7631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ID &gt; 20, LIMIT 10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731"/>
                          </a:solidFill>
                          <a:latin typeface="Arial"/>
                          <a:ea typeface="Arial"/>
                          <a:cs typeface="Arial"/>
                        </a:rPr>
                        <a:t>0.8207</a:t>
                      </a:r>
                    </a:p>
                  </a:txBody>
                  <a:tcPr marL="91440" marR="91440" marT="45720" marB="45720">
                    <a:solidFill>
                      <a:srgbClr val="FFFD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41EB1-C10E-410A-B961-DA5AAAB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31"/>
                </a:solidFill>
                <a:latin typeface="Arial"/>
                <a:ea typeface="Arial"/>
                <a:cs typeface="Arial"/>
              </a:rPr>
              <a:t>Menos filas leídas. Las medianas no prueban menor latencia</a:t>
            </a:r>
          </a:p>
          <a:p xmlns:a="http://schemas.openxmlformats.org/drawingml/2006/main">
            <a:pPr>
              <a:defRPr sz="2250" b="1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731"/>
                </a:solidFill>
                <a:latin typeface="Arial"/>
                <a:ea typeface="Arial"/>
                <a:cs typeface="Arial"/>
              </a:rPr>
              <a:t>con este catálogo de solo 36 productos.</a:t>
            </a:r>
          </a:p>
        </p:txBody>
      </p:sp>
    </p:spTree>
    <p:extLst>
      <p:ext uri="{BB962C8B-B14F-4D97-AF65-F5344CB8AC3E}">
        <p14:creationId xmlns:p14="http://schemas.microsoft.com/office/powerpoint/2010/main" val="12671576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946BD-CDFA-4C7B-A6BB-8B1642C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Verificación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3D7B5-D923-4A09-8943-43DC1C28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57BDA-3ED4-4C48-B7BF-31FECA3F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2A59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75" b="1">
                <a:solidFill>
                  <a:srgbClr val="2A5939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2A5939"/>
                </a:solidFill>
                <a:latin typeface="Arial"/>
                <a:ea typeface="Arial"/>
                <a:cs typeface="Arial"/>
              </a:rPr>
              <a:t>48 de 48 comprobaciones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73F39-028F-46B7-A087-E91B5353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CRUD por repositorios y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SQLi, XSS reflejado y almacenado, CSRF y archivos privados.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Migración JSON, restricciones, filtros y páginas.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Limpieza selectiva de los registros temporales.</a:t>
            </a:r>
          </a:p>
        </p:txBody>
      </p:sp>
    </p:spTree>
    <p:extLst>
      <p:ext uri="{BB962C8B-B14F-4D97-AF65-F5344CB8AC3E}">
        <p14:creationId xmlns:p14="http://schemas.microsoft.com/office/powerpoint/2010/main" val="165940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26735-AB4D-4CF8-AD28-560D368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Entrega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E7018-4A64-4928-A6EF-97D57C4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E378-74A2-4C47-9085-64E1CFA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Aplicación, SQL, capturas, informe APA 7 y bitácora de 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B116F-1F7D-49C7-B76A-1349C89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Uso educativo local, sin autenticación ni roles.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FCE55-F760-421C-B8FD-E1DB9700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Defensa oral y envío al aula pendientes del participante.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9CE8E-9455-4018-95C4-CFB0DC7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Repositorio: ROXIAN120 / Actividad-1-tecnologia-web-2</a:t>
            </a:r>
          </a:p>
          <a:p xmlns:a="http://schemas.openxmlformats.org/drawingml/2006/main">
            <a:pPr>
              <a:defRPr sz="2175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Carpeta actividad-02.</a:t>
            </a:r>
          </a:p>
        </p:txBody>
      </p:sp>
    </p:spTree>
    <p:extLst>
      <p:ext uri="{BB962C8B-B14F-4D97-AF65-F5344CB8AC3E}">
        <p14:creationId xmlns:p14="http://schemas.microsoft.com/office/powerpoint/2010/main" val="12635054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00A8C-4025-4DEE-A710-2EC6BC90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9B460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4608"/>
                </a:solidFill>
                <a:latin typeface="Arial"/>
                <a:ea typeface="Arial"/>
                <a:cs typeface="Arial"/>
              </a:rPr>
              <a:t>Referencias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10716-A129-4252-8646-BC211856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C34C6-9C01-4B26-BD06-7DCA86A3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PHP Documentation Group. (s. f.). Prepared statements and stored procedures. PHP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Oracle. (s. f.). EXPLAIN statement. MySQL 8.4 reference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OWASP Foundation. (s. f.). Cross site scripting prevention cheat 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Requena Llorentty, J. N. (2026). Guía didáctica Docker Lab01-Lab09 (updated). UPDS.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73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31"/>
                </a:solidFill>
                <a:latin typeface="Arial"/>
                <a:ea typeface="Arial"/>
                <a:cs typeface="Arial"/>
              </a:rPr>
              <a:t>ROXIAN120. (2026). Actividad-1-tecnologia-web-2. GitHub.</a:t>
            </a:r>
          </a:p>
        </p:txBody>
      </p:sp>
    </p:spTree>
    <p:extLst>
      <p:ext uri="{BB962C8B-B14F-4D97-AF65-F5344CB8AC3E}">
        <p14:creationId xmlns:p14="http://schemas.microsoft.com/office/powerpoint/2010/main" val="1937855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2026-10-16T23:16:37.5500000Z</dcterms:created>
  <dcterms:modified xsi:type="dcterms:W3CDTF">2026-10-16T23:16:37.5500000Z</dcterms:modified>
</coreProperties>
</file>