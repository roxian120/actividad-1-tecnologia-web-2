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18c3ee44e4705" /><Relationship Type="http://schemas.openxmlformats.org/officeDocument/2006/relationships/extended-properties" Target="/docProps/app.xml" Id="R54e049e010eb4ab8" /><Relationship Type="http://schemas.openxmlformats.org/officeDocument/2006/relationships/officeDocument" Target="/ppt/presentation.xml" Id="Rad890591f21e46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81360933f9433c"/>
  </p:sldMasterIdLst>
  <p:notesMasterIdLst>
    <p:notesMasterId xmlns:r="http://schemas.openxmlformats.org/officeDocument/2006/relationships" r:id="R5ff1dda0d74e4620"/>
  </p:notesMasterIdLst>
  <p:sldIdLst>
    <p:sldId xmlns:r="http://schemas.openxmlformats.org/officeDocument/2006/relationships" id="256" r:id="Rd799123d8b90401d"/>
    <p:sldId xmlns:r="http://schemas.openxmlformats.org/officeDocument/2006/relationships" id="257" r:id="R9a0e2f0b77c740fd"/>
    <p:sldId xmlns:r="http://schemas.openxmlformats.org/officeDocument/2006/relationships" id="258" r:id="R30e724d63a544aae"/>
    <p:sldId xmlns:r="http://schemas.openxmlformats.org/officeDocument/2006/relationships" id="259" r:id="Rbd02a07c114a46d2"/>
    <p:sldId xmlns:r="http://schemas.openxmlformats.org/officeDocument/2006/relationships" id="260" r:id="R0b71ec36bd8645f4"/>
    <p:sldId xmlns:r="http://schemas.openxmlformats.org/officeDocument/2006/relationships" id="261" r:id="R3c92476b64ca465c"/>
    <p:sldId xmlns:r="http://schemas.openxmlformats.org/officeDocument/2006/relationships" id="262" r:id="Rb76d8d705f074749"/>
    <p:sldId xmlns:r="http://schemas.openxmlformats.org/officeDocument/2006/relationships" id="263" r:id="R4a97dd78fe7d4cdb"/>
    <p:sldId xmlns:r="http://schemas.openxmlformats.org/officeDocument/2006/relationships" id="264" r:id="R296f174d4ede49ef"/>
    <p:sldId xmlns:r="http://schemas.openxmlformats.org/officeDocument/2006/relationships" id="265" r:id="R4b54e3a46c2e47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b3000afe8e4ffd" /><Relationship Type="http://schemas.openxmlformats.org/officeDocument/2006/relationships/slideMaster" Target="/ppt/slideMasters/slideMaster1.xml" Id="R2f81360933f9433c" /><Relationship Type="http://schemas.openxmlformats.org/officeDocument/2006/relationships/notesMaster" Target="/ppt/notesMasters/notesMaster1.xml" Id="R5ff1dda0d74e4620" /><Relationship Type="http://schemas.openxmlformats.org/officeDocument/2006/relationships/presProps" Target="/ppt/presProps.xml" Id="R7523ad4b296e4539" /><Relationship Type="http://schemas.openxmlformats.org/officeDocument/2006/relationships/tableStyles" Target="/ppt/tableStyles.xml" Id="Rf3905145923544ef" /><Relationship Type="http://schemas.openxmlformats.org/officeDocument/2006/relationships/slide" Target="/ppt/slides/slide1.xml" Id="Rd799123d8b90401d" /><Relationship Type="http://schemas.openxmlformats.org/officeDocument/2006/relationships/slide" Target="/ppt/slides/slide2.xml" Id="R9a0e2f0b77c740fd" /><Relationship Type="http://schemas.openxmlformats.org/officeDocument/2006/relationships/slide" Target="/ppt/slides/slide3.xml" Id="R30e724d63a544aae" /><Relationship Type="http://schemas.openxmlformats.org/officeDocument/2006/relationships/slide" Target="/ppt/slides/slide4.xml" Id="Rbd02a07c114a46d2" /><Relationship Type="http://schemas.openxmlformats.org/officeDocument/2006/relationships/slide" Target="/ppt/slides/slide5.xml" Id="R0b71ec36bd8645f4" /><Relationship Type="http://schemas.openxmlformats.org/officeDocument/2006/relationships/slide" Target="/ppt/slides/slide6.xml" Id="R3c92476b64ca465c" /><Relationship Type="http://schemas.openxmlformats.org/officeDocument/2006/relationships/slide" Target="/ppt/slides/slide7.xml" Id="Rb76d8d705f074749" /><Relationship Type="http://schemas.openxmlformats.org/officeDocument/2006/relationships/slide" Target="/ppt/slides/slide8.xml" Id="R4a97dd78fe7d4cdb" /><Relationship Type="http://schemas.openxmlformats.org/officeDocument/2006/relationships/slide" Target="/ppt/slides/slide9.xml" Id="R296f174d4ede49ef" /><Relationship Type="http://schemas.openxmlformats.org/officeDocument/2006/relationships/slide" Target="/ppt/slides/slide10.xml" Id="R4b54e3a46c2e47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2b06ffb13f46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1aae746dbe487e" /><Relationship Type="http://schemas.openxmlformats.org/officeDocument/2006/relationships/notesMaster" Target="/ppt/notesMasters/notesMaster1.xml" Id="R6222d0520a4c40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d5a97aba384ef1" /><Relationship Type="http://schemas.openxmlformats.org/officeDocument/2006/relationships/notesMaster" Target="/ppt/notesMasters/notesMaster1.xml" Id="Rb58804a75bd943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6fb4cc28384846" /><Relationship Type="http://schemas.openxmlformats.org/officeDocument/2006/relationships/notesMaster" Target="/ppt/notesMasters/notesMaster1.xml" Id="Rdf62a64b64664e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12722a45224b2a" /><Relationship Type="http://schemas.openxmlformats.org/officeDocument/2006/relationships/notesMaster" Target="/ppt/notesMasters/notesMaster1.xml" Id="R4b8c3383a87949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1f8b5b1cac4666" /><Relationship Type="http://schemas.openxmlformats.org/officeDocument/2006/relationships/notesMaster" Target="/ppt/notesMasters/notesMaster1.xml" Id="Rf3e518ae114343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cba0e3fb8344c1" /><Relationship Type="http://schemas.openxmlformats.org/officeDocument/2006/relationships/notesMaster" Target="/ppt/notesMasters/notesMaster1.xml" Id="R31169299c5da44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7b017f57714616" /><Relationship Type="http://schemas.openxmlformats.org/officeDocument/2006/relationships/notesMaster" Target="/ppt/notesMasters/notesMaster1.xml" Id="Rba22550917e04c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3d37a7287d43fc" /><Relationship Type="http://schemas.openxmlformats.org/officeDocument/2006/relationships/notesMaster" Target="/ppt/notesMasters/notesMaster1.xml" Id="R716792d605d94f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971dc5f9224df8" /><Relationship Type="http://schemas.openxmlformats.org/officeDocument/2006/relationships/notesMaster" Target="/ppt/notesMasters/notesMaster1.xml" Id="R4e266583267f4e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6a85103ce5491b" /><Relationship Type="http://schemas.openxmlformats.org/officeDocument/2006/relationships/notesMaster" Target="/ppt/notesMasters/notesMaster1.xml" Id="R4a25fdbf83e14f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7c18a768e46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4e28a115b45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0dc7a6daa45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12d8b37fe48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a5a7ed390b42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636d1c28c4e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279215-4167-4B5E-99B8-68CCE747CB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B0BEC2-8259-4DE3-9241-EA2E450267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9186C3-53DA-4EFF-992B-DAD891026C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88D52B-059A-478F-81D4-2EA10C30BF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20B2041-18D5-4434-B56E-9B0AE16788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87C56F-F0A0-4EDD-8CB0-95FE71520C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7775CE-1150-4948-AF87-ECD05DA794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C1144E0-7617-41C8-8990-4426F11FC0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06A2E9-2D34-43F6-9BB7-80B59C25F0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6299DE-6D50-47B4-8C27-8779664B31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6855a10afd438b" /><Relationship Type="http://schemas.openxmlformats.org/officeDocument/2006/relationships/slideLayout" Target="/ppt/slideLayouts/slideLayout1.xml" Id="R6e19c1cd7d1a4e33" /><Relationship Type="http://schemas.openxmlformats.org/officeDocument/2006/relationships/slideLayout" Target="/ppt/slideLayouts/slideLayout2.xml" Id="R4c3fe954e34344c9" /><Relationship Type="http://schemas.openxmlformats.org/officeDocument/2006/relationships/slideLayout" Target="/ppt/slideLayouts/slideLayout3.xml" Id="Rcfe4d3f9cfd144cb" /><Relationship Type="http://schemas.openxmlformats.org/officeDocument/2006/relationships/slideLayout" Target="/ppt/slideLayouts/slideLayout4.xml" Id="Rd4107563f22e4d64" /><Relationship Type="http://schemas.openxmlformats.org/officeDocument/2006/relationships/slideLayout" Target="/ppt/slideLayouts/slideLayout5.xml" Id="R5cad965deaa54d59" /><Relationship Type="http://schemas.openxmlformats.org/officeDocument/2006/relationships/slideLayout" Target="/ppt/slideLayouts/slideLayout6.xml" Id="R5271a57fe80f46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19c1cd7d1a4e33"/>
    <p:sldLayoutId xmlns:r="http://schemas.openxmlformats.org/officeDocument/2006/relationships" id="2147483650" r:id="R4c3fe954e34344c9"/>
    <p:sldLayoutId xmlns:r="http://schemas.openxmlformats.org/officeDocument/2006/relationships" id="2147483651" r:id="Rcfe4d3f9cfd144cb"/>
    <p:sldLayoutId xmlns:r="http://schemas.openxmlformats.org/officeDocument/2006/relationships" id="2147483652" r:id="Rd4107563f22e4d64"/>
    <p:sldLayoutId xmlns:r="http://schemas.openxmlformats.org/officeDocument/2006/relationships" id="2147483653" r:id="R5cad965deaa54d59"/>
    <p:sldLayoutId xmlns:r="http://schemas.openxmlformats.org/officeDocument/2006/relationships" id="2147483654" r:id="R5271a57fe80f46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3402577dbe4102" /><Relationship Type="http://schemas.openxmlformats.org/officeDocument/2006/relationships/notesSlide" Target="/ppt/notesSlides/notesSlide1.xml" Id="R6fa909c25e4245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f69e26349d40e8" /><Relationship Type="http://schemas.openxmlformats.org/officeDocument/2006/relationships/notesSlide" Target="/ppt/notesSlides/notesSlide2.xml" Id="Rbeec6b6b26f44f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e0c1fa0154aa7" /><Relationship Type="http://schemas.openxmlformats.org/officeDocument/2006/relationships/notesSlide" Target="/ppt/notesSlides/notesSlide3.xml" Id="R9f6460a7962e4d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01ca3209b440e" /><Relationship Type="http://schemas.openxmlformats.org/officeDocument/2006/relationships/image" Target="/ppt/media/image.png" Id="Rfd8d3d718b374ad7" /><Relationship Type="http://schemas.openxmlformats.org/officeDocument/2006/relationships/notesSlide" Target="/ppt/notesSlides/notesSlide4.xml" Id="R11096c0dacaf4e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73688241c24525" /><Relationship Type="http://schemas.openxmlformats.org/officeDocument/2006/relationships/image" Target="/ppt/media/image2.png" Id="R0e1187ac11e14f8e" /><Relationship Type="http://schemas.openxmlformats.org/officeDocument/2006/relationships/notesSlide" Target="/ppt/notesSlides/notesSlide5.xml" Id="R253862745a6d4c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298ede04144ec" /><Relationship Type="http://schemas.openxmlformats.org/officeDocument/2006/relationships/image" Target="/ppt/media/image3.png" Id="Rb6d6fcfd24334d15" /><Relationship Type="http://schemas.openxmlformats.org/officeDocument/2006/relationships/notesSlide" Target="/ppt/notesSlides/notesSlide6.xml" Id="R427b64b7960140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aa82c645834e54" /><Relationship Type="http://schemas.openxmlformats.org/officeDocument/2006/relationships/image" Target="/ppt/media/image4.png" Id="R6e97aa928c714b22" /><Relationship Type="http://schemas.openxmlformats.org/officeDocument/2006/relationships/notesSlide" Target="/ppt/notesSlides/notesSlide7.xml" Id="Rc3c56e46c8f34d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f67c14bb484f36" /><Relationship Type="http://schemas.openxmlformats.org/officeDocument/2006/relationships/image" Target="/ppt/media/image5.png" Id="Rea35ab509bd24c5f" /><Relationship Type="http://schemas.openxmlformats.org/officeDocument/2006/relationships/notesSlide" Target="/ppt/notesSlides/notesSlide8.xml" Id="R418ae6f11adc46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2a2bc1084d4e2c" /><Relationship Type="http://schemas.openxmlformats.org/officeDocument/2006/relationships/image" Target="/ppt/media/image6.png" Id="R599fab075642493f" /><Relationship Type="http://schemas.openxmlformats.org/officeDocument/2006/relationships/notesSlide" Target="/ppt/notesSlides/notesSlide9.xml" Id="Rdea081bb25b94c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f2d0cec0c4579" /><Relationship Type="http://schemas.openxmlformats.org/officeDocument/2006/relationships/notesSlide" Target="/ppt/notesSlides/notesSlide10.xml" Id="Ra7666a2fbc884e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E8EC2-6C7A-4549-9327-19E38A98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00"/>
          </a:solidFill>
          <a:ln xmlns:a="http://schemas.openxmlformats.org/drawingml/2006/main" w="0">
            <a:solidFill>
              <a:srgbClr val="B85A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B811D-5583-4887-BCD7-B02A6827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43000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7E5A5"/>
                </a:solidFill>
              </a:defRPr>
            </a:defPPr>
            <a:lvl1pPr>
              <a:defRPr sz="2400" b="1">
                <a:solidFill>
                  <a:srgbClr val="F7E5A5"/>
                </a:solidFill>
              </a:defRPr>
            </a:lvl1pPr>
            <a:lvl2pPr>
              <a:defRPr sz="2400" b="1">
                <a:solidFill>
                  <a:srgbClr val="F7E5A5"/>
                </a:solidFill>
              </a:defRPr>
            </a:lvl2pPr>
            <a:lvl3pPr>
              <a:defRPr sz="2400" b="1">
                <a:solidFill>
                  <a:srgbClr val="F7E5A5"/>
                </a:solidFill>
              </a:defRPr>
            </a:lvl3pPr>
            <a:lvl4pPr>
              <a:defRPr sz="2400" b="1">
                <a:solidFill>
                  <a:srgbClr val="F7E5A5"/>
                </a:solidFill>
              </a:defRPr>
            </a:lvl4pPr>
            <a:lvl5pPr>
              <a:defRPr sz="2400" b="1">
                <a:solidFill>
                  <a:srgbClr val="F7E5A5"/>
                </a:solidFill>
              </a:defRPr>
            </a:lvl5pPr>
            <a:lvl6pPr>
              <a:defRPr sz="2400" b="1">
                <a:solidFill>
                  <a:srgbClr val="F7E5A5"/>
                </a:solidFill>
              </a:defRPr>
            </a:lvl6pPr>
            <a:lvl7pPr>
              <a:defRPr sz="2400" b="1">
                <a:solidFill>
                  <a:srgbClr val="F7E5A5"/>
                </a:solidFill>
              </a:defRPr>
            </a:lvl7pPr>
            <a:lvl8pPr>
              <a:defRPr sz="2400" b="1">
                <a:solidFill>
                  <a:srgbClr val="F7E5A5"/>
                </a:solidFill>
              </a:defRPr>
            </a:lvl8pPr>
            <a:lvl9pPr>
              <a:defRPr sz="2400" b="1">
                <a:solidFill>
                  <a:srgbClr val="F7E5A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7E5A5"/>
                </a:solidFill>
              </a:defRPr>
            </a:pPr>
            <a:r>
              <a:rPr sz="2400" b="1">
                <a:solidFill>
                  <a:srgbClr val="F7E5A5"/>
                </a:solidFill>
              </a:rPr>
              <a:t>Actividad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F3B07-F0B0-47FE-BF2D-BAA68607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</a:defRPr>
            </a:defPPr>
            <a:lvl1pPr>
              <a:defRPr sz="3600" b="1">
                <a:solidFill>
                  <a:srgbClr val="FFFFFF"/>
                </a:solidFill>
              </a:defRPr>
            </a:lvl1pPr>
            <a:lvl2pPr>
              <a:defRPr sz="3600" b="1">
                <a:solidFill>
                  <a:srgbClr val="FFFFFF"/>
                </a:solidFill>
              </a:defRPr>
            </a:lvl2pPr>
            <a:lvl3pPr>
              <a:defRPr sz="3600" b="1">
                <a:solidFill>
                  <a:srgbClr val="FFFFFF"/>
                </a:solidFill>
              </a:defRPr>
            </a:lvl3pPr>
            <a:lvl4pPr>
              <a:defRPr sz="3600" b="1">
                <a:solidFill>
                  <a:srgbClr val="FFFFFF"/>
                </a:solidFill>
              </a:defRPr>
            </a:lvl4pPr>
            <a:lvl5pPr>
              <a:defRPr sz="3600" b="1">
                <a:solidFill>
                  <a:srgbClr val="FFFFFF"/>
                </a:solidFill>
              </a:defRPr>
            </a:lvl5pPr>
            <a:lvl6pPr>
              <a:defRPr sz="3600" b="1">
                <a:solidFill>
                  <a:srgbClr val="FFFFFF"/>
                </a:solidFill>
              </a:defRPr>
            </a:lvl6pPr>
            <a:lvl7pPr>
              <a:defRPr sz="3600" b="1">
                <a:solidFill>
                  <a:srgbClr val="FFFFFF"/>
                </a:solidFill>
              </a:defRPr>
            </a:lvl7pPr>
            <a:lvl8pPr>
              <a:defRPr sz="3600" b="1">
                <a:solidFill>
                  <a:srgbClr val="FFFFFF"/>
                </a:solidFill>
              </a:defRPr>
            </a:lvl8pPr>
            <a:lvl9pPr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Seguridad, sesiones y transacciones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en Apicultores Flor de la Chiquitanía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D3C0F-05C9-4A68-BDDE-80A7AA27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7E5A5"/>
                </a:solidFill>
              </a:defRPr>
            </a:defPPr>
            <a:lvl1pPr>
              <a:defRPr sz="1800" b="0">
                <a:solidFill>
                  <a:srgbClr val="F7E5A5"/>
                </a:solidFill>
              </a:defRPr>
            </a:lvl1pPr>
            <a:lvl2pPr>
              <a:defRPr sz="1800" b="0">
                <a:solidFill>
                  <a:srgbClr val="F7E5A5"/>
                </a:solidFill>
              </a:defRPr>
            </a:lvl2pPr>
            <a:lvl3pPr>
              <a:defRPr sz="1800" b="0">
                <a:solidFill>
                  <a:srgbClr val="F7E5A5"/>
                </a:solidFill>
              </a:defRPr>
            </a:lvl3pPr>
            <a:lvl4pPr>
              <a:defRPr sz="1800" b="0">
                <a:solidFill>
                  <a:srgbClr val="F7E5A5"/>
                </a:solidFill>
              </a:defRPr>
            </a:lvl4pPr>
            <a:lvl5pPr>
              <a:defRPr sz="1800" b="0">
                <a:solidFill>
                  <a:srgbClr val="F7E5A5"/>
                </a:solidFill>
              </a:defRPr>
            </a:lvl5pPr>
            <a:lvl6pPr>
              <a:defRPr sz="1800" b="0">
                <a:solidFill>
                  <a:srgbClr val="F7E5A5"/>
                </a:solidFill>
              </a:defRPr>
            </a:lvl6pPr>
            <a:lvl7pPr>
              <a:defRPr sz="1800" b="0">
                <a:solidFill>
                  <a:srgbClr val="F7E5A5"/>
                </a:solidFill>
              </a:defRPr>
            </a:lvl7pPr>
            <a:lvl8pPr>
              <a:defRPr sz="1800" b="0">
                <a:solidFill>
                  <a:srgbClr val="F7E5A5"/>
                </a:solidFill>
              </a:defRPr>
            </a:lvl8pPr>
            <a:lvl9pPr>
              <a:defRPr sz="1800" b="0">
                <a:solidFill>
                  <a:srgbClr val="F7E5A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7E5A5"/>
                </a:solidFill>
              </a:defRPr>
            </a:pPr>
            <a:r>
              <a:rPr sz="1800" b="0">
                <a:solidFill>
                  <a:srgbClr val="F7E5A5"/>
                </a:solidFill>
              </a:rPr>
              <a:t>Laboratorios 10 y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999AC-7AE8-43D9-AAB3-EFB26AA3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FFFF"/>
                </a:solidFill>
              </a:defRPr>
            </a:defPPr>
            <a:lvl1pPr>
              <a:defRPr sz="1575" b="0">
                <a:solidFill>
                  <a:srgbClr val="FFFFFF"/>
                </a:solidFill>
              </a:defRPr>
            </a:lvl1pPr>
            <a:lvl2pPr>
              <a:defRPr sz="1575" b="0">
                <a:solidFill>
                  <a:srgbClr val="FFFFFF"/>
                </a:solidFill>
              </a:defRPr>
            </a:lvl2pPr>
            <a:lvl3pPr>
              <a:defRPr sz="1575" b="0">
                <a:solidFill>
                  <a:srgbClr val="FFFFFF"/>
                </a:solidFill>
              </a:defRPr>
            </a:lvl3pPr>
            <a:lvl4pPr>
              <a:defRPr sz="1575" b="0">
                <a:solidFill>
                  <a:srgbClr val="FFFFFF"/>
                </a:solidFill>
              </a:defRPr>
            </a:lvl4pPr>
            <a:lvl5pPr>
              <a:defRPr sz="1575" b="0">
                <a:solidFill>
                  <a:srgbClr val="FFFFFF"/>
                </a:solidFill>
              </a:defRPr>
            </a:lvl5pPr>
            <a:lvl6pPr>
              <a:defRPr sz="1575" b="0">
                <a:solidFill>
                  <a:srgbClr val="FFFFFF"/>
                </a:solidFill>
              </a:defRPr>
            </a:lvl6pPr>
            <a:lvl7pPr>
              <a:defRPr sz="1575" b="0">
                <a:solidFill>
                  <a:srgbClr val="FFFFFF"/>
                </a:solidFill>
              </a:defRPr>
            </a:lvl7pPr>
            <a:lvl8pPr>
              <a:defRPr sz="1575" b="0">
                <a:solidFill>
                  <a:srgbClr val="FFFFFF"/>
                </a:solidFill>
              </a:defRPr>
            </a:lvl8pPr>
            <a:lvl9pPr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Rodrigo Ledezma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Tecnología Web II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23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528925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E37B2-89B4-49C0-9A16-6C85A388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00"/>
          </a:solidFill>
          <a:ln xmlns:a="http://schemas.openxmlformats.org/drawingml/2006/main" w="0">
            <a:solidFill>
              <a:srgbClr val="B85A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0B8A2-F495-45FA-911A-12540294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  <a:lvl1pPr>
              <a:defRPr sz="1425" b="1">
                <a:solidFill>
                  <a:srgbClr val="FFFFFF"/>
                </a:solidFill>
              </a:defRPr>
            </a:lvl1pPr>
            <a:lvl2pPr>
              <a:defRPr sz="1425" b="1">
                <a:solidFill>
                  <a:srgbClr val="FFFFFF"/>
                </a:solidFill>
              </a:defRPr>
            </a:lvl2pPr>
            <a:lvl3pPr>
              <a:defRPr sz="1425" b="1">
                <a:solidFill>
                  <a:srgbClr val="FFFFFF"/>
                </a:solidFill>
              </a:defRPr>
            </a:lvl3pPr>
            <a:lvl4pPr>
              <a:defRPr sz="1425" b="1">
                <a:solidFill>
                  <a:srgbClr val="FFFFFF"/>
                </a:solidFill>
              </a:defRPr>
            </a:lvl4pPr>
            <a:lvl5pPr>
              <a:defRPr sz="1425" b="1">
                <a:solidFill>
                  <a:srgbClr val="FFFFFF"/>
                </a:solidFill>
              </a:defRPr>
            </a:lvl5pPr>
            <a:lvl6pPr>
              <a:defRPr sz="1425" b="1">
                <a:solidFill>
                  <a:srgbClr val="FFFFFF"/>
                </a:solidFill>
              </a:defRPr>
            </a:lvl6pPr>
            <a:lvl7pPr>
              <a:defRPr sz="1425" b="1">
                <a:solidFill>
                  <a:srgbClr val="FFFFFF"/>
                </a:solidFill>
              </a:defRPr>
            </a:lvl7pPr>
            <a:lvl8pPr>
              <a:defRPr sz="1425" b="1">
                <a:solidFill>
                  <a:srgbClr val="FFFFFF"/>
                </a:solidFill>
              </a:defRPr>
            </a:lvl8pPr>
            <a:lvl9pPr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C88F3-7ECE-40F7-8B0B-89A8C7B6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B2A3A"/>
                </a:solidFill>
              </a:defRPr>
            </a:defPPr>
            <a:lvl1pPr>
              <a:defRPr sz="2400" b="1">
                <a:solidFill>
                  <a:srgbClr val="1B2A3A"/>
                </a:solidFill>
              </a:defRPr>
            </a:lvl1pPr>
            <a:lvl2pPr>
              <a:defRPr sz="2400" b="1">
                <a:solidFill>
                  <a:srgbClr val="1B2A3A"/>
                </a:solidFill>
              </a:defRPr>
            </a:lvl2pPr>
            <a:lvl3pPr>
              <a:defRPr sz="2400" b="1">
                <a:solidFill>
                  <a:srgbClr val="1B2A3A"/>
                </a:solidFill>
              </a:defRPr>
            </a:lvl3pPr>
            <a:lvl4pPr>
              <a:defRPr sz="2400" b="1">
                <a:solidFill>
                  <a:srgbClr val="1B2A3A"/>
                </a:solidFill>
              </a:defRPr>
            </a:lvl4pPr>
            <a:lvl5pPr>
              <a:defRPr sz="2400" b="1">
                <a:solidFill>
                  <a:srgbClr val="1B2A3A"/>
                </a:solidFill>
              </a:defRPr>
            </a:lvl5pPr>
            <a:lvl6pPr>
              <a:defRPr sz="2400" b="1">
                <a:solidFill>
                  <a:srgbClr val="1B2A3A"/>
                </a:solidFill>
              </a:defRPr>
            </a:lvl6pPr>
            <a:lvl7pPr>
              <a:defRPr sz="2400" b="1">
                <a:solidFill>
                  <a:srgbClr val="1B2A3A"/>
                </a:solidFill>
              </a:defRPr>
            </a:lvl7pPr>
            <a:lvl8pPr>
              <a:defRPr sz="2400" b="1">
                <a:solidFill>
                  <a:srgbClr val="1B2A3A"/>
                </a:solidFill>
              </a:defRPr>
            </a:lvl8pPr>
            <a:lvl9pPr>
              <a:defRPr sz="2400" b="1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B2A3A"/>
                </a:solidFill>
              </a:defRPr>
            </a:pPr>
            <a:r>
              <a:rPr sz="2400" b="1">
                <a:solidFill>
                  <a:srgbClr val="1B2A3A"/>
                </a:solidFill>
              </a:rPr>
              <a:t>Propósito y alcance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2BA5A-8E33-4473-AB95-425642A4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D6873"/>
                </a:solidFill>
              </a:defRPr>
            </a:defPPr>
            <a:lvl1pPr>
              <a:defRPr sz="900" b="0">
                <a:solidFill>
                  <a:srgbClr val="5D6873"/>
                </a:solidFill>
              </a:defRPr>
            </a:lvl1pPr>
            <a:lvl2pPr>
              <a:defRPr sz="900" b="0">
                <a:solidFill>
                  <a:srgbClr val="5D6873"/>
                </a:solidFill>
              </a:defRPr>
            </a:lvl2pPr>
            <a:lvl3pPr>
              <a:defRPr sz="900" b="0">
                <a:solidFill>
                  <a:srgbClr val="5D6873"/>
                </a:solidFill>
              </a:defRPr>
            </a:lvl3pPr>
            <a:lvl4pPr>
              <a:defRPr sz="900" b="0">
                <a:solidFill>
                  <a:srgbClr val="5D6873"/>
                </a:solidFill>
              </a:defRPr>
            </a:lvl4pPr>
            <a:lvl5pPr>
              <a:defRPr sz="900" b="0">
                <a:solidFill>
                  <a:srgbClr val="5D6873"/>
                </a:solidFill>
              </a:defRPr>
            </a:lvl5pPr>
            <a:lvl6pPr>
              <a:defRPr sz="900" b="0">
                <a:solidFill>
                  <a:srgbClr val="5D6873"/>
                </a:solidFill>
              </a:defRPr>
            </a:lvl6pPr>
            <a:lvl7pPr>
              <a:defRPr sz="900" b="0">
                <a:solidFill>
                  <a:srgbClr val="5D6873"/>
                </a:solidFill>
              </a:defRPr>
            </a:lvl7pPr>
            <a:lvl8pPr>
              <a:defRPr sz="900" b="0">
                <a:solidFill>
                  <a:srgbClr val="5D6873"/>
                </a:solidFill>
              </a:defRPr>
            </a:lvl8pPr>
            <a:lvl9pPr>
              <a:defRPr sz="900" b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D6873"/>
                </a:solidFill>
              </a:defRPr>
            </a:pPr>
            <a:r>
              <a:rPr sz="900" b="0">
                <a:solidFill>
                  <a:srgbClr val="5D6873"/>
                </a:solidFill>
              </a:rPr>
              <a:t>Actividad 3   Tecnología Web II 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4F9F8-156E-4249-8DAB-88952FD9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B85A00"/>
                </a:solidFill>
              </a:defRPr>
            </a:defPPr>
            <a:lvl1pPr>
              <a:defRPr sz="1725" b="1">
                <a:solidFill>
                  <a:srgbClr val="B85A00"/>
                </a:solidFill>
              </a:defRPr>
            </a:lvl1pPr>
            <a:lvl2pPr>
              <a:defRPr sz="1725" b="1">
                <a:solidFill>
                  <a:srgbClr val="B85A00"/>
                </a:solidFill>
              </a:defRPr>
            </a:lvl2pPr>
            <a:lvl3pPr>
              <a:defRPr sz="1725" b="1">
                <a:solidFill>
                  <a:srgbClr val="B85A00"/>
                </a:solidFill>
              </a:defRPr>
            </a:lvl3pPr>
            <a:lvl4pPr>
              <a:defRPr sz="1725" b="1">
                <a:solidFill>
                  <a:srgbClr val="B85A00"/>
                </a:solidFill>
              </a:defRPr>
            </a:lvl4pPr>
            <a:lvl5pPr>
              <a:defRPr sz="1725" b="1">
                <a:solidFill>
                  <a:srgbClr val="B85A00"/>
                </a:solidFill>
              </a:defRPr>
            </a:lvl5pPr>
            <a:lvl6pPr>
              <a:defRPr sz="1725" b="1">
                <a:solidFill>
                  <a:srgbClr val="B85A00"/>
                </a:solidFill>
              </a:defRPr>
            </a:lvl6pPr>
            <a:lvl7pPr>
              <a:defRPr sz="1725" b="1">
                <a:solidFill>
                  <a:srgbClr val="B85A00"/>
                </a:solidFill>
              </a:defRPr>
            </a:lvl7pPr>
            <a:lvl8pPr>
              <a:defRPr sz="1725" b="1">
                <a:solidFill>
                  <a:srgbClr val="B85A00"/>
                </a:solidFill>
              </a:defRPr>
            </a:lvl8pPr>
            <a:lvl9pPr>
              <a:defRPr sz="1725" b="1">
                <a:solidFill>
                  <a:srgbClr val="B85A00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85A00"/>
                </a:solidFill>
              </a:defRPr>
            </a:pPr>
            <a:r>
              <a:rPr sz="1725" b="1">
                <a:solidFill>
                  <a:srgbClr val="B85A00"/>
                </a:solidFill>
              </a:rPr>
              <a:t>La actividad fortalece el catálogo previamente migrado a MySQL.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E2EC8-9451-43B8-9BBA-96D1FD12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B2A3A"/>
                </a:solidFill>
              </a:defRPr>
            </a:defPPr>
            <a:lvl1pPr>
              <a:defRPr sz="1725" b="0">
                <a:solidFill>
                  <a:srgbClr val="1B2A3A"/>
                </a:solidFill>
              </a:defRPr>
            </a:lvl1pPr>
            <a:lvl2pPr>
              <a:defRPr sz="1725" b="0">
                <a:solidFill>
                  <a:srgbClr val="1B2A3A"/>
                </a:solidFill>
              </a:defRPr>
            </a:lvl2pPr>
            <a:lvl3pPr>
              <a:defRPr sz="1725" b="0">
                <a:solidFill>
                  <a:srgbClr val="1B2A3A"/>
                </a:solidFill>
              </a:defRPr>
            </a:lvl3pPr>
            <a:lvl4pPr>
              <a:defRPr sz="1725" b="0">
                <a:solidFill>
                  <a:srgbClr val="1B2A3A"/>
                </a:solidFill>
              </a:defRPr>
            </a:lvl4pPr>
            <a:lvl5pPr>
              <a:defRPr sz="1725" b="0">
                <a:solidFill>
                  <a:srgbClr val="1B2A3A"/>
                </a:solidFill>
              </a:defRPr>
            </a:lvl5pPr>
            <a:lvl6pPr>
              <a:defRPr sz="1725" b="0">
                <a:solidFill>
                  <a:srgbClr val="1B2A3A"/>
                </a:solidFill>
              </a:defRPr>
            </a:lvl6pPr>
            <a:lvl7pPr>
              <a:defRPr sz="1725" b="0">
                <a:solidFill>
                  <a:srgbClr val="1B2A3A"/>
                </a:solidFill>
              </a:defRPr>
            </a:lvl7pPr>
            <a:lvl8pPr>
              <a:defRPr sz="1725" b="0">
                <a:solidFill>
                  <a:srgbClr val="1B2A3A"/>
                </a:solidFill>
              </a:defRPr>
            </a:lvl8pPr>
            <a:lvl9pPr>
              <a:defRPr sz="17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B2A3A"/>
                </a:solidFill>
              </a:defRPr>
            </a:pPr>
            <a:r>
              <a:rPr sz="1725" b="0">
                <a:solidFill>
                  <a:srgbClr val="1B2A3A"/>
                </a:solidFill>
              </a:rPr>
              <a:t>•  Laboratorio 10: autenticación, sesiones, CSRF y permisos por 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EA8E9-6FAB-43F4-ACD1-9B122052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B2A3A"/>
                </a:solidFill>
              </a:defRPr>
            </a:defPPr>
            <a:lvl1pPr>
              <a:defRPr sz="1725" b="0">
                <a:solidFill>
                  <a:srgbClr val="1B2A3A"/>
                </a:solidFill>
              </a:defRPr>
            </a:lvl1pPr>
            <a:lvl2pPr>
              <a:defRPr sz="1725" b="0">
                <a:solidFill>
                  <a:srgbClr val="1B2A3A"/>
                </a:solidFill>
              </a:defRPr>
            </a:lvl2pPr>
            <a:lvl3pPr>
              <a:defRPr sz="1725" b="0">
                <a:solidFill>
                  <a:srgbClr val="1B2A3A"/>
                </a:solidFill>
              </a:defRPr>
            </a:lvl3pPr>
            <a:lvl4pPr>
              <a:defRPr sz="1725" b="0">
                <a:solidFill>
                  <a:srgbClr val="1B2A3A"/>
                </a:solidFill>
              </a:defRPr>
            </a:lvl4pPr>
            <a:lvl5pPr>
              <a:defRPr sz="1725" b="0">
                <a:solidFill>
                  <a:srgbClr val="1B2A3A"/>
                </a:solidFill>
              </a:defRPr>
            </a:lvl5pPr>
            <a:lvl6pPr>
              <a:defRPr sz="1725" b="0">
                <a:solidFill>
                  <a:srgbClr val="1B2A3A"/>
                </a:solidFill>
              </a:defRPr>
            </a:lvl6pPr>
            <a:lvl7pPr>
              <a:defRPr sz="1725" b="0">
                <a:solidFill>
                  <a:srgbClr val="1B2A3A"/>
                </a:solidFill>
              </a:defRPr>
            </a:lvl7pPr>
            <a:lvl8pPr>
              <a:defRPr sz="1725" b="0">
                <a:solidFill>
                  <a:srgbClr val="1B2A3A"/>
                </a:solidFill>
              </a:defRPr>
            </a:lvl8pPr>
            <a:lvl9pPr>
              <a:defRPr sz="17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B2A3A"/>
                </a:solidFill>
              </a:defRPr>
            </a:pPr>
            <a:r>
              <a:rPr sz="1725" b="0">
                <a:solidFill>
                  <a:srgbClr val="1B2A3A"/>
                </a:solidFill>
              </a:rPr>
              <a:t>•  Laboratorio 11: ventas y acopios atómicos, reportes y CSV seguro.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B8A4E-56A7-47AA-AA22-6750EFF7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B2A3A"/>
                </a:solidFill>
              </a:defRPr>
            </a:defPPr>
            <a:lvl1pPr>
              <a:defRPr sz="1725" b="0">
                <a:solidFill>
                  <a:srgbClr val="1B2A3A"/>
                </a:solidFill>
              </a:defRPr>
            </a:lvl1pPr>
            <a:lvl2pPr>
              <a:defRPr sz="1725" b="0">
                <a:solidFill>
                  <a:srgbClr val="1B2A3A"/>
                </a:solidFill>
              </a:defRPr>
            </a:lvl2pPr>
            <a:lvl3pPr>
              <a:defRPr sz="1725" b="0">
                <a:solidFill>
                  <a:srgbClr val="1B2A3A"/>
                </a:solidFill>
              </a:defRPr>
            </a:lvl3pPr>
            <a:lvl4pPr>
              <a:defRPr sz="1725" b="0">
                <a:solidFill>
                  <a:srgbClr val="1B2A3A"/>
                </a:solidFill>
              </a:defRPr>
            </a:lvl4pPr>
            <a:lvl5pPr>
              <a:defRPr sz="1725" b="0">
                <a:solidFill>
                  <a:srgbClr val="1B2A3A"/>
                </a:solidFill>
              </a:defRPr>
            </a:lvl5pPr>
            <a:lvl6pPr>
              <a:defRPr sz="1725" b="0">
                <a:solidFill>
                  <a:srgbClr val="1B2A3A"/>
                </a:solidFill>
              </a:defRPr>
            </a:lvl6pPr>
            <a:lvl7pPr>
              <a:defRPr sz="1725" b="0">
                <a:solidFill>
                  <a:srgbClr val="1B2A3A"/>
                </a:solidFill>
              </a:defRPr>
            </a:lvl7pPr>
            <a:lvl8pPr>
              <a:defRPr sz="1725" b="0">
                <a:solidFill>
                  <a:srgbClr val="1B2A3A"/>
                </a:solidFill>
              </a:defRPr>
            </a:lvl8pPr>
            <a:lvl9pPr>
              <a:defRPr sz="17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B2A3A"/>
                </a:solidFill>
              </a:defRPr>
            </a:pPr>
            <a:r>
              <a:rPr sz="1725" b="0">
                <a:solidFill>
                  <a:srgbClr val="1B2A3A"/>
                </a:solidFill>
              </a:rPr>
              <a:t>•  Evidencia: pruebas automatizadas y ejecución visual en el navegador.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53A5D-E50E-494F-9E6C-32B9E06F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981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0">
            <a:solidFill>
              <a:srgbClr val="FDF2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55F61-72B0-4A93-9A4C-F6F68AB5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B2A3A"/>
                </a:solidFill>
              </a:defRPr>
            </a:defPPr>
            <a:lvl1pPr>
              <a:defRPr sz="1875" b="1">
                <a:solidFill>
                  <a:srgbClr val="1B2A3A"/>
                </a:solidFill>
              </a:defRPr>
            </a:lvl1pPr>
            <a:lvl2pPr>
              <a:defRPr sz="1875" b="1">
                <a:solidFill>
                  <a:srgbClr val="1B2A3A"/>
                </a:solidFill>
              </a:defRPr>
            </a:lvl2pPr>
            <a:lvl3pPr>
              <a:defRPr sz="1875" b="1">
                <a:solidFill>
                  <a:srgbClr val="1B2A3A"/>
                </a:solidFill>
              </a:defRPr>
            </a:lvl3pPr>
            <a:lvl4pPr>
              <a:defRPr sz="1875" b="1">
                <a:solidFill>
                  <a:srgbClr val="1B2A3A"/>
                </a:solidFill>
              </a:defRPr>
            </a:lvl4pPr>
            <a:lvl5pPr>
              <a:defRPr sz="1875" b="1">
                <a:solidFill>
                  <a:srgbClr val="1B2A3A"/>
                </a:solidFill>
              </a:defRPr>
            </a:lvl5pPr>
            <a:lvl6pPr>
              <a:defRPr sz="1875" b="1">
                <a:solidFill>
                  <a:srgbClr val="1B2A3A"/>
                </a:solidFill>
              </a:defRPr>
            </a:lvl6pPr>
            <a:lvl7pPr>
              <a:defRPr sz="1875" b="1">
                <a:solidFill>
                  <a:srgbClr val="1B2A3A"/>
                </a:solidFill>
              </a:defRPr>
            </a:lvl7pPr>
            <a:lvl8pPr>
              <a:defRPr sz="1875" b="1">
                <a:solidFill>
                  <a:srgbClr val="1B2A3A"/>
                </a:solidFill>
              </a:defRPr>
            </a:lvl8pPr>
            <a:lvl9pPr>
              <a:defRPr sz="1875" b="1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B2A3A"/>
                </a:solidFill>
              </a:defRPr>
            </a:pPr>
            <a:r>
              <a:rPr sz="1875" b="1">
                <a:solidFill>
                  <a:srgbClr val="1B2A3A"/>
                </a:solidFill>
              </a:rPr>
              <a:t>Resultado validado</a:t>
            </a:r>
          </a:p>
          <a:p xmlns:a="http://schemas.openxmlformats.org/drawingml/2006/main">
            <a:pPr>
              <a:defRPr sz="1875" b="1">
                <a:solidFill>
                  <a:srgbClr val="1B2A3A"/>
                </a:solidFill>
              </a:defRPr>
            </a:pPr>
            <a:r>
              <a:rPr sz="1875" b="1">
                <a:solidFill>
                  <a:srgbClr val="1B2A3A"/>
                </a:solidFill>
              </a:rPr>
              <a:t>Laboratorio 10: 15 de 15     Laboratorio 11: 15 de 15</a:t>
            </a:r>
          </a:p>
        </p:txBody>
      </p:sp>
    </p:spTree>
    <p:extLst>
      <p:ext uri="{BB962C8B-B14F-4D97-AF65-F5344CB8AC3E}">
        <p14:creationId xmlns:p14="http://schemas.microsoft.com/office/powerpoint/2010/main" val="1932827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87466-742C-4CA9-A272-84BD3FB0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00"/>
          </a:solidFill>
          <a:ln xmlns:a="http://schemas.openxmlformats.org/drawingml/2006/main" w="0">
            <a:solidFill>
              <a:srgbClr val="B85A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9F757-7E39-43BE-B15C-55F50B37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  <a:lvl1pPr>
              <a:defRPr sz="1425" b="1">
                <a:solidFill>
                  <a:srgbClr val="FFFFFF"/>
                </a:solidFill>
              </a:defRPr>
            </a:lvl1pPr>
            <a:lvl2pPr>
              <a:defRPr sz="1425" b="1">
                <a:solidFill>
                  <a:srgbClr val="FFFFFF"/>
                </a:solidFill>
              </a:defRPr>
            </a:lvl2pPr>
            <a:lvl3pPr>
              <a:defRPr sz="1425" b="1">
                <a:solidFill>
                  <a:srgbClr val="FFFFFF"/>
                </a:solidFill>
              </a:defRPr>
            </a:lvl3pPr>
            <a:lvl4pPr>
              <a:defRPr sz="1425" b="1">
                <a:solidFill>
                  <a:srgbClr val="FFFFFF"/>
                </a:solidFill>
              </a:defRPr>
            </a:lvl4pPr>
            <a:lvl5pPr>
              <a:defRPr sz="1425" b="1">
                <a:solidFill>
                  <a:srgbClr val="FFFFFF"/>
                </a:solidFill>
              </a:defRPr>
            </a:lvl5pPr>
            <a:lvl6pPr>
              <a:defRPr sz="1425" b="1">
                <a:solidFill>
                  <a:srgbClr val="FFFFFF"/>
                </a:solidFill>
              </a:defRPr>
            </a:lvl6pPr>
            <a:lvl7pPr>
              <a:defRPr sz="1425" b="1">
                <a:solidFill>
                  <a:srgbClr val="FFFFFF"/>
                </a:solidFill>
              </a:defRPr>
            </a:lvl7pPr>
            <a:lvl8pPr>
              <a:defRPr sz="1425" b="1">
                <a:solidFill>
                  <a:srgbClr val="FFFFFF"/>
                </a:solidFill>
              </a:defRPr>
            </a:lvl8pPr>
            <a:lvl9pPr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AB746-BF00-4951-8A19-0DB6084E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B2A3A"/>
                </a:solidFill>
              </a:defRPr>
            </a:defPPr>
            <a:lvl1pPr>
              <a:defRPr sz="2400" b="1">
                <a:solidFill>
                  <a:srgbClr val="1B2A3A"/>
                </a:solidFill>
              </a:defRPr>
            </a:lvl1pPr>
            <a:lvl2pPr>
              <a:defRPr sz="2400" b="1">
                <a:solidFill>
                  <a:srgbClr val="1B2A3A"/>
                </a:solidFill>
              </a:defRPr>
            </a:lvl2pPr>
            <a:lvl3pPr>
              <a:defRPr sz="2400" b="1">
                <a:solidFill>
                  <a:srgbClr val="1B2A3A"/>
                </a:solidFill>
              </a:defRPr>
            </a:lvl3pPr>
            <a:lvl4pPr>
              <a:defRPr sz="2400" b="1">
                <a:solidFill>
                  <a:srgbClr val="1B2A3A"/>
                </a:solidFill>
              </a:defRPr>
            </a:lvl4pPr>
            <a:lvl5pPr>
              <a:defRPr sz="2400" b="1">
                <a:solidFill>
                  <a:srgbClr val="1B2A3A"/>
                </a:solidFill>
              </a:defRPr>
            </a:lvl5pPr>
            <a:lvl6pPr>
              <a:defRPr sz="2400" b="1">
                <a:solidFill>
                  <a:srgbClr val="1B2A3A"/>
                </a:solidFill>
              </a:defRPr>
            </a:lvl6pPr>
            <a:lvl7pPr>
              <a:defRPr sz="2400" b="1">
                <a:solidFill>
                  <a:srgbClr val="1B2A3A"/>
                </a:solidFill>
              </a:defRPr>
            </a:lvl7pPr>
            <a:lvl8pPr>
              <a:defRPr sz="2400" b="1">
                <a:solidFill>
                  <a:srgbClr val="1B2A3A"/>
                </a:solidFill>
              </a:defRPr>
            </a:lvl8pPr>
            <a:lvl9pPr>
              <a:defRPr sz="2400" b="1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B2A3A"/>
                </a:solidFill>
              </a:defRPr>
            </a:pPr>
            <a:r>
              <a:rPr sz="2400" b="1">
                <a:solidFill>
                  <a:srgbClr val="1B2A3A"/>
                </a:solidFill>
              </a:rPr>
              <a:t>Arquitectura de la 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A8C51-D46E-4948-91C9-6A1E4975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D6873"/>
                </a:solidFill>
              </a:defRPr>
            </a:defPPr>
            <a:lvl1pPr>
              <a:defRPr sz="900" b="0">
                <a:solidFill>
                  <a:srgbClr val="5D6873"/>
                </a:solidFill>
              </a:defRPr>
            </a:lvl1pPr>
            <a:lvl2pPr>
              <a:defRPr sz="900" b="0">
                <a:solidFill>
                  <a:srgbClr val="5D6873"/>
                </a:solidFill>
              </a:defRPr>
            </a:lvl2pPr>
            <a:lvl3pPr>
              <a:defRPr sz="900" b="0">
                <a:solidFill>
                  <a:srgbClr val="5D6873"/>
                </a:solidFill>
              </a:defRPr>
            </a:lvl3pPr>
            <a:lvl4pPr>
              <a:defRPr sz="900" b="0">
                <a:solidFill>
                  <a:srgbClr val="5D6873"/>
                </a:solidFill>
              </a:defRPr>
            </a:lvl4pPr>
            <a:lvl5pPr>
              <a:defRPr sz="900" b="0">
                <a:solidFill>
                  <a:srgbClr val="5D6873"/>
                </a:solidFill>
              </a:defRPr>
            </a:lvl5pPr>
            <a:lvl6pPr>
              <a:defRPr sz="900" b="0">
                <a:solidFill>
                  <a:srgbClr val="5D6873"/>
                </a:solidFill>
              </a:defRPr>
            </a:lvl6pPr>
            <a:lvl7pPr>
              <a:defRPr sz="900" b="0">
                <a:solidFill>
                  <a:srgbClr val="5D6873"/>
                </a:solidFill>
              </a:defRPr>
            </a:lvl7pPr>
            <a:lvl8pPr>
              <a:defRPr sz="900" b="0">
                <a:solidFill>
                  <a:srgbClr val="5D6873"/>
                </a:solidFill>
              </a:defRPr>
            </a:lvl8pPr>
            <a:lvl9pPr>
              <a:defRPr sz="900" b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D6873"/>
                </a:solidFill>
              </a:defRPr>
            </a:pPr>
            <a:r>
              <a:rPr sz="900" b="0">
                <a:solidFill>
                  <a:srgbClr val="5D6873"/>
                </a:solidFill>
              </a:rPr>
              <a:t>Actividad 3   Tecnología Web II 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1774F-A6B6-4165-8292-26BF95D2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8575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0">
            <a:solidFill>
              <a:srgbClr val="FDF2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DC42C-0906-4934-B804-E7386112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B85A00"/>
                </a:solidFill>
              </a:defRPr>
            </a:defPPr>
            <a:lvl1pPr>
              <a:defRPr sz="2100" b="1">
                <a:solidFill>
                  <a:srgbClr val="B85A00"/>
                </a:solidFill>
              </a:defRPr>
            </a:lvl1pPr>
            <a:lvl2pPr>
              <a:defRPr sz="2100" b="1">
                <a:solidFill>
                  <a:srgbClr val="B85A00"/>
                </a:solidFill>
              </a:defRPr>
            </a:lvl2pPr>
            <a:lvl3pPr>
              <a:defRPr sz="2100" b="1">
                <a:solidFill>
                  <a:srgbClr val="B85A00"/>
                </a:solidFill>
              </a:defRPr>
            </a:lvl3pPr>
            <a:lvl4pPr>
              <a:defRPr sz="2100" b="1">
                <a:solidFill>
                  <a:srgbClr val="B85A00"/>
                </a:solidFill>
              </a:defRPr>
            </a:lvl4pPr>
            <a:lvl5pPr>
              <a:defRPr sz="2100" b="1">
                <a:solidFill>
                  <a:srgbClr val="B85A00"/>
                </a:solidFill>
              </a:defRPr>
            </a:lvl5pPr>
            <a:lvl6pPr>
              <a:defRPr sz="2100" b="1">
                <a:solidFill>
                  <a:srgbClr val="B85A00"/>
                </a:solidFill>
              </a:defRPr>
            </a:lvl6pPr>
            <a:lvl7pPr>
              <a:defRPr sz="2100" b="1">
                <a:solidFill>
                  <a:srgbClr val="B85A00"/>
                </a:solidFill>
              </a:defRPr>
            </a:lvl7pPr>
            <a:lvl8pPr>
              <a:defRPr sz="2100" b="1">
                <a:solidFill>
                  <a:srgbClr val="B85A00"/>
                </a:solidFill>
              </a:defRPr>
            </a:lvl8pPr>
            <a:lvl9pPr>
              <a:defRPr sz="2100" b="1">
                <a:solidFill>
                  <a:srgbClr val="B85A0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5A00"/>
                </a:solidFill>
              </a:defRPr>
            </a:pPr>
            <a:r>
              <a:rPr sz="2100" b="1">
                <a:solidFill>
                  <a:srgbClr val="B85A00"/>
                </a:solidFill>
              </a:rPr>
              <a:t>Navegador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CFA15-E173-4270-B4F5-516D783A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Formularios 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62318-4060-40D4-8BBD-2B7C3FB2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Cookie de sesión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5572E-D1C1-4973-8545-8A460168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Token CSRF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8D27E-707A-4E43-A34D-67A144DD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28575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FB1DA-A8E6-4CE8-9C9F-D22F4690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66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B85A00"/>
                </a:solidFill>
              </a:defRPr>
            </a:defPPr>
            <a:lvl1pPr>
              <a:defRPr sz="2100" b="1">
                <a:solidFill>
                  <a:srgbClr val="B85A00"/>
                </a:solidFill>
              </a:defRPr>
            </a:lvl1pPr>
            <a:lvl2pPr>
              <a:defRPr sz="2100" b="1">
                <a:solidFill>
                  <a:srgbClr val="B85A00"/>
                </a:solidFill>
              </a:defRPr>
            </a:lvl2pPr>
            <a:lvl3pPr>
              <a:defRPr sz="2100" b="1">
                <a:solidFill>
                  <a:srgbClr val="B85A00"/>
                </a:solidFill>
              </a:defRPr>
            </a:lvl3pPr>
            <a:lvl4pPr>
              <a:defRPr sz="2100" b="1">
                <a:solidFill>
                  <a:srgbClr val="B85A00"/>
                </a:solidFill>
              </a:defRPr>
            </a:lvl4pPr>
            <a:lvl5pPr>
              <a:defRPr sz="2100" b="1">
                <a:solidFill>
                  <a:srgbClr val="B85A00"/>
                </a:solidFill>
              </a:defRPr>
            </a:lvl5pPr>
            <a:lvl6pPr>
              <a:defRPr sz="2100" b="1">
                <a:solidFill>
                  <a:srgbClr val="B85A00"/>
                </a:solidFill>
              </a:defRPr>
            </a:lvl6pPr>
            <a:lvl7pPr>
              <a:defRPr sz="2100" b="1">
                <a:solidFill>
                  <a:srgbClr val="B85A00"/>
                </a:solidFill>
              </a:defRPr>
            </a:lvl7pPr>
            <a:lvl8pPr>
              <a:defRPr sz="2100" b="1">
                <a:solidFill>
                  <a:srgbClr val="B85A00"/>
                </a:solidFill>
              </a:defRPr>
            </a:lvl8pPr>
            <a:lvl9pPr>
              <a:defRPr sz="2100" b="1">
                <a:solidFill>
                  <a:srgbClr val="B85A0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5A00"/>
                </a:solidFill>
              </a:defRPr>
            </a:pPr>
            <a:r>
              <a:rPr sz="2100" b="1">
                <a:solidFill>
                  <a:srgbClr val="B85A00"/>
                </a:solidFill>
              </a:rPr>
              <a:t>PHP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7FF3C-A87B-4DD8-924A-76DBCB8D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Controladores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8FB1D-4229-4433-8840-287AAAAB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099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Autenticador y roles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02765-4568-47BF-ACB8-6D693516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624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Repositorios PDO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1A1C2-BB96-4CD3-8DEE-15AA0012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8575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0">
            <a:solidFill>
              <a:srgbClr val="FDF2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0159A-BF67-4889-B72D-CEB63D50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B85A00"/>
                </a:solidFill>
              </a:defRPr>
            </a:defPPr>
            <a:lvl1pPr>
              <a:defRPr sz="2100" b="1">
                <a:solidFill>
                  <a:srgbClr val="B85A00"/>
                </a:solidFill>
              </a:defRPr>
            </a:lvl1pPr>
            <a:lvl2pPr>
              <a:defRPr sz="2100" b="1">
                <a:solidFill>
                  <a:srgbClr val="B85A00"/>
                </a:solidFill>
              </a:defRPr>
            </a:lvl2pPr>
            <a:lvl3pPr>
              <a:defRPr sz="2100" b="1">
                <a:solidFill>
                  <a:srgbClr val="B85A00"/>
                </a:solidFill>
              </a:defRPr>
            </a:lvl3pPr>
            <a:lvl4pPr>
              <a:defRPr sz="2100" b="1">
                <a:solidFill>
                  <a:srgbClr val="B85A00"/>
                </a:solidFill>
              </a:defRPr>
            </a:lvl4pPr>
            <a:lvl5pPr>
              <a:defRPr sz="2100" b="1">
                <a:solidFill>
                  <a:srgbClr val="B85A00"/>
                </a:solidFill>
              </a:defRPr>
            </a:lvl5pPr>
            <a:lvl6pPr>
              <a:defRPr sz="2100" b="1">
                <a:solidFill>
                  <a:srgbClr val="B85A00"/>
                </a:solidFill>
              </a:defRPr>
            </a:lvl6pPr>
            <a:lvl7pPr>
              <a:defRPr sz="2100" b="1">
                <a:solidFill>
                  <a:srgbClr val="B85A00"/>
                </a:solidFill>
              </a:defRPr>
            </a:lvl7pPr>
            <a:lvl8pPr>
              <a:defRPr sz="2100" b="1">
                <a:solidFill>
                  <a:srgbClr val="B85A00"/>
                </a:solidFill>
              </a:defRPr>
            </a:lvl8pPr>
            <a:lvl9pPr>
              <a:defRPr sz="2100" b="1">
                <a:solidFill>
                  <a:srgbClr val="B85A0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5A00"/>
                </a:solidFill>
              </a:defRPr>
            </a:pPr>
            <a:r>
              <a:rPr sz="2100" b="1">
                <a:solidFill>
                  <a:srgbClr val="B85A00"/>
                </a:solidFill>
              </a:rPr>
              <a:t>MySQL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537E0-CAF3-4069-A262-87BA7BE3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575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Usuarios y socios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D169F-90A1-4885-B6FC-FF6E5DE8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99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Productos y stock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3AC738-D351-493D-A301-70AD8532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624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Ventas y acopios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AF8A9-9F03-4BCB-99DC-3C7FDF47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B2A3A"/>
                </a:solidFill>
              </a:defRPr>
            </a:defPPr>
            <a:lvl1pPr>
              <a:defRPr sz="1650" b="1">
                <a:solidFill>
                  <a:srgbClr val="1B2A3A"/>
                </a:solidFill>
              </a:defRPr>
            </a:lvl1pPr>
            <a:lvl2pPr>
              <a:defRPr sz="1650" b="1">
                <a:solidFill>
                  <a:srgbClr val="1B2A3A"/>
                </a:solidFill>
              </a:defRPr>
            </a:lvl2pPr>
            <a:lvl3pPr>
              <a:defRPr sz="1650" b="1">
                <a:solidFill>
                  <a:srgbClr val="1B2A3A"/>
                </a:solidFill>
              </a:defRPr>
            </a:lvl3pPr>
            <a:lvl4pPr>
              <a:defRPr sz="1650" b="1">
                <a:solidFill>
                  <a:srgbClr val="1B2A3A"/>
                </a:solidFill>
              </a:defRPr>
            </a:lvl4pPr>
            <a:lvl5pPr>
              <a:defRPr sz="1650" b="1">
                <a:solidFill>
                  <a:srgbClr val="1B2A3A"/>
                </a:solidFill>
              </a:defRPr>
            </a:lvl5pPr>
            <a:lvl6pPr>
              <a:defRPr sz="1650" b="1">
                <a:solidFill>
                  <a:srgbClr val="1B2A3A"/>
                </a:solidFill>
              </a:defRPr>
            </a:lvl6pPr>
            <a:lvl7pPr>
              <a:defRPr sz="1650" b="1">
                <a:solidFill>
                  <a:srgbClr val="1B2A3A"/>
                </a:solidFill>
              </a:defRPr>
            </a:lvl7pPr>
            <a:lvl8pPr>
              <a:defRPr sz="1650" b="1">
                <a:solidFill>
                  <a:srgbClr val="1B2A3A"/>
                </a:solidFill>
              </a:defRPr>
            </a:lvl8pPr>
            <a:lvl9pPr>
              <a:defRPr sz="1650" b="1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B2A3A"/>
                </a:solidFill>
              </a:defRPr>
            </a:pPr>
            <a:r>
              <a:rPr sz="1650" b="1">
                <a:solidFill>
                  <a:srgbClr val="1B2A3A"/>
                </a:solidFill>
              </a:rPr>
              <a:t>El acceso se verifica en PHP antes de llegar a las operaciones sensibles de la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701034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737FD-A7C7-4FBD-8887-E54194CF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00"/>
          </a:solidFill>
          <a:ln xmlns:a="http://schemas.openxmlformats.org/drawingml/2006/main" w="0">
            <a:solidFill>
              <a:srgbClr val="B85A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EA86D-55F4-4455-9012-2D174904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  <a:lvl1pPr>
              <a:defRPr sz="1425" b="1">
                <a:solidFill>
                  <a:srgbClr val="FFFFFF"/>
                </a:solidFill>
              </a:defRPr>
            </a:lvl1pPr>
            <a:lvl2pPr>
              <a:defRPr sz="1425" b="1">
                <a:solidFill>
                  <a:srgbClr val="FFFFFF"/>
                </a:solidFill>
              </a:defRPr>
            </a:lvl2pPr>
            <a:lvl3pPr>
              <a:defRPr sz="1425" b="1">
                <a:solidFill>
                  <a:srgbClr val="FFFFFF"/>
                </a:solidFill>
              </a:defRPr>
            </a:lvl3pPr>
            <a:lvl4pPr>
              <a:defRPr sz="1425" b="1">
                <a:solidFill>
                  <a:srgbClr val="FFFFFF"/>
                </a:solidFill>
              </a:defRPr>
            </a:lvl4pPr>
            <a:lvl5pPr>
              <a:defRPr sz="1425" b="1">
                <a:solidFill>
                  <a:srgbClr val="FFFFFF"/>
                </a:solidFill>
              </a:defRPr>
            </a:lvl5pPr>
            <a:lvl6pPr>
              <a:defRPr sz="1425" b="1">
                <a:solidFill>
                  <a:srgbClr val="FFFFFF"/>
                </a:solidFill>
              </a:defRPr>
            </a:lvl6pPr>
            <a:lvl7pPr>
              <a:defRPr sz="1425" b="1">
                <a:solidFill>
                  <a:srgbClr val="FFFFFF"/>
                </a:solidFill>
              </a:defRPr>
            </a:lvl7pPr>
            <a:lvl8pPr>
              <a:defRPr sz="1425" b="1">
                <a:solidFill>
                  <a:srgbClr val="FFFFFF"/>
                </a:solidFill>
              </a:defRPr>
            </a:lvl8pPr>
            <a:lvl9pPr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E38F2-2A9A-4ECE-B4D0-46EB3174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B2A3A"/>
                </a:solidFill>
              </a:defRPr>
            </a:defPPr>
            <a:lvl1pPr>
              <a:defRPr sz="2400" b="1">
                <a:solidFill>
                  <a:srgbClr val="1B2A3A"/>
                </a:solidFill>
              </a:defRPr>
            </a:lvl1pPr>
            <a:lvl2pPr>
              <a:defRPr sz="2400" b="1">
                <a:solidFill>
                  <a:srgbClr val="1B2A3A"/>
                </a:solidFill>
              </a:defRPr>
            </a:lvl2pPr>
            <a:lvl3pPr>
              <a:defRPr sz="2400" b="1">
                <a:solidFill>
                  <a:srgbClr val="1B2A3A"/>
                </a:solidFill>
              </a:defRPr>
            </a:lvl3pPr>
            <a:lvl4pPr>
              <a:defRPr sz="2400" b="1">
                <a:solidFill>
                  <a:srgbClr val="1B2A3A"/>
                </a:solidFill>
              </a:defRPr>
            </a:lvl4pPr>
            <a:lvl5pPr>
              <a:defRPr sz="2400" b="1">
                <a:solidFill>
                  <a:srgbClr val="1B2A3A"/>
                </a:solidFill>
              </a:defRPr>
            </a:lvl5pPr>
            <a:lvl6pPr>
              <a:defRPr sz="2400" b="1">
                <a:solidFill>
                  <a:srgbClr val="1B2A3A"/>
                </a:solidFill>
              </a:defRPr>
            </a:lvl6pPr>
            <a:lvl7pPr>
              <a:defRPr sz="2400" b="1">
                <a:solidFill>
                  <a:srgbClr val="1B2A3A"/>
                </a:solidFill>
              </a:defRPr>
            </a:lvl7pPr>
            <a:lvl8pPr>
              <a:defRPr sz="2400" b="1">
                <a:solidFill>
                  <a:srgbClr val="1B2A3A"/>
                </a:solidFill>
              </a:defRPr>
            </a:lvl8pPr>
            <a:lvl9pPr>
              <a:defRPr sz="2400" b="1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B2A3A"/>
                </a:solidFill>
              </a:defRPr>
            </a:pPr>
            <a:r>
              <a:rPr sz="2400" b="1">
                <a:solidFill>
                  <a:srgbClr val="1B2A3A"/>
                </a:solidFill>
              </a:rPr>
              <a:t>Laboratorio 10  Autenticación y sesiones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A1932-D779-4881-8BFF-F0E240EA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D6873"/>
                </a:solidFill>
              </a:defRPr>
            </a:defPPr>
            <a:lvl1pPr>
              <a:defRPr sz="900" b="0">
                <a:solidFill>
                  <a:srgbClr val="5D6873"/>
                </a:solidFill>
              </a:defRPr>
            </a:lvl1pPr>
            <a:lvl2pPr>
              <a:defRPr sz="900" b="0">
                <a:solidFill>
                  <a:srgbClr val="5D6873"/>
                </a:solidFill>
              </a:defRPr>
            </a:lvl2pPr>
            <a:lvl3pPr>
              <a:defRPr sz="900" b="0">
                <a:solidFill>
                  <a:srgbClr val="5D6873"/>
                </a:solidFill>
              </a:defRPr>
            </a:lvl3pPr>
            <a:lvl4pPr>
              <a:defRPr sz="900" b="0">
                <a:solidFill>
                  <a:srgbClr val="5D6873"/>
                </a:solidFill>
              </a:defRPr>
            </a:lvl4pPr>
            <a:lvl5pPr>
              <a:defRPr sz="900" b="0">
                <a:solidFill>
                  <a:srgbClr val="5D6873"/>
                </a:solidFill>
              </a:defRPr>
            </a:lvl5pPr>
            <a:lvl6pPr>
              <a:defRPr sz="900" b="0">
                <a:solidFill>
                  <a:srgbClr val="5D6873"/>
                </a:solidFill>
              </a:defRPr>
            </a:lvl6pPr>
            <a:lvl7pPr>
              <a:defRPr sz="900" b="0">
                <a:solidFill>
                  <a:srgbClr val="5D6873"/>
                </a:solidFill>
              </a:defRPr>
            </a:lvl7pPr>
            <a:lvl8pPr>
              <a:defRPr sz="900" b="0">
                <a:solidFill>
                  <a:srgbClr val="5D6873"/>
                </a:solidFill>
              </a:defRPr>
            </a:lvl8pPr>
            <a:lvl9pPr>
              <a:defRPr sz="900" b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D6873"/>
                </a:solidFill>
              </a:defRPr>
            </a:pPr>
            <a:r>
              <a:rPr sz="900" b="0">
                <a:solidFill>
                  <a:srgbClr val="5D6873"/>
                </a:solidFill>
              </a:rPr>
              <a:t>Actividad 3   Tecnología Web II 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4FC65-7473-462F-A9F1-9155C6C5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B2A3A"/>
                </a:solidFill>
              </a:defRPr>
            </a:defPPr>
            <a:lvl1pPr>
              <a:defRPr sz="1350" b="0">
                <a:solidFill>
                  <a:srgbClr val="1B2A3A"/>
                </a:solidFill>
              </a:defRPr>
            </a:lvl1pPr>
            <a:lvl2pPr>
              <a:defRPr sz="1350" b="0">
                <a:solidFill>
                  <a:srgbClr val="1B2A3A"/>
                </a:solidFill>
              </a:defRPr>
            </a:lvl2pPr>
            <a:lvl3pPr>
              <a:defRPr sz="1350" b="0">
                <a:solidFill>
                  <a:srgbClr val="1B2A3A"/>
                </a:solidFill>
              </a:defRPr>
            </a:lvl3pPr>
            <a:lvl4pPr>
              <a:defRPr sz="1350" b="0">
                <a:solidFill>
                  <a:srgbClr val="1B2A3A"/>
                </a:solidFill>
              </a:defRPr>
            </a:lvl4pPr>
            <a:lvl5pPr>
              <a:defRPr sz="1350" b="0">
                <a:solidFill>
                  <a:srgbClr val="1B2A3A"/>
                </a:solidFill>
              </a:defRPr>
            </a:lvl5pPr>
            <a:lvl6pPr>
              <a:defRPr sz="1350" b="0">
                <a:solidFill>
                  <a:srgbClr val="1B2A3A"/>
                </a:solidFill>
              </a:defRPr>
            </a:lvl6pPr>
            <a:lvl7pPr>
              <a:defRPr sz="1350" b="0">
                <a:solidFill>
                  <a:srgbClr val="1B2A3A"/>
                </a:solidFill>
              </a:defRPr>
            </a:lvl7pPr>
            <a:lvl8pPr>
              <a:defRPr sz="1350" b="0">
                <a:solidFill>
                  <a:srgbClr val="1B2A3A"/>
                </a:solidFill>
              </a:defRPr>
            </a:lvl8pPr>
            <a:lvl9pPr>
              <a:defRPr sz="1350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B2A3A"/>
                </a:solidFill>
              </a:defRPr>
            </a:pPr>
            <a:r>
              <a:rPr sz="1350" b="0">
                <a:solidFill>
                  <a:srgbClr val="1B2A3A"/>
                </a:solidFill>
              </a:rPr>
              <a:t>•  password_hash y password_verify protegen las credenciales con bcrypt.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98A51-BE44-46E3-AFD8-D8427636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B2A3A"/>
                </a:solidFill>
              </a:defRPr>
            </a:defPPr>
            <a:lvl1pPr>
              <a:defRPr sz="1350" b="0">
                <a:solidFill>
                  <a:srgbClr val="1B2A3A"/>
                </a:solidFill>
              </a:defRPr>
            </a:lvl1pPr>
            <a:lvl2pPr>
              <a:defRPr sz="1350" b="0">
                <a:solidFill>
                  <a:srgbClr val="1B2A3A"/>
                </a:solidFill>
              </a:defRPr>
            </a:lvl2pPr>
            <a:lvl3pPr>
              <a:defRPr sz="1350" b="0">
                <a:solidFill>
                  <a:srgbClr val="1B2A3A"/>
                </a:solidFill>
              </a:defRPr>
            </a:lvl3pPr>
            <a:lvl4pPr>
              <a:defRPr sz="1350" b="0">
                <a:solidFill>
                  <a:srgbClr val="1B2A3A"/>
                </a:solidFill>
              </a:defRPr>
            </a:lvl4pPr>
            <a:lvl5pPr>
              <a:defRPr sz="1350" b="0">
                <a:solidFill>
                  <a:srgbClr val="1B2A3A"/>
                </a:solidFill>
              </a:defRPr>
            </a:lvl5pPr>
            <a:lvl6pPr>
              <a:defRPr sz="1350" b="0">
                <a:solidFill>
                  <a:srgbClr val="1B2A3A"/>
                </a:solidFill>
              </a:defRPr>
            </a:lvl6pPr>
            <a:lvl7pPr>
              <a:defRPr sz="1350" b="0">
                <a:solidFill>
                  <a:srgbClr val="1B2A3A"/>
                </a:solidFill>
              </a:defRPr>
            </a:lvl7pPr>
            <a:lvl8pPr>
              <a:defRPr sz="1350" b="0">
                <a:solidFill>
                  <a:srgbClr val="1B2A3A"/>
                </a:solidFill>
              </a:defRPr>
            </a:lvl8pPr>
            <a:lvl9pPr>
              <a:defRPr sz="1350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B2A3A"/>
                </a:solidFill>
              </a:defRPr>
            </a:pPr>
            <a:r>
              <a:rPr sz="1350" b="0">
                <a:solidFill>
                  <a:srgbClr val="1B2A3A"/>
                </a:solidFill>
              </a:rPr>
              <a:t>•  La sesión usa HttpOnly y SameSite=Lax; el identificador se regenera al entrar.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AA2AB-2494-45C6-9214-104B3BFD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B2A3A"/>
                </a:solidFill>
              </a:defRPr>
            </a:defPPr>
            <a:lvl1pPr>
              <a:defRPr sz="1350" b="0">
                <a:solidFill>
                  <a:srgbClr val="1B2A3A"/>
                </a:solidFill>
              </a:defRPr>
            </a:lvl1pPr>
            <a:lvl2pPr>
              <a:defRPr sz="1350" b="0">
                <a:solidFill>
                  <a:srgbClr val="1B2A3A"/>
                </a:solidFill>
              </a:defRPr>
            </a:lvl2pPr>
            <a:lvl3pPr>
              <a:defRPr sz="1350" b="0">
                <a:solidFill>
                  <a:srgbClr val="1B2A3A"/>
                </a:solidFill>
              </a:defRPr>
            </a:lvl3pPr>
            <a:lvl4pPr>
              <a:defRPr sz="1350" b="0">
                <a:solidFill>
                  <a:srgbClr val="1B2A3A"/>
                </a:solidFill>
              </a:defRPr>
            </a:lvl4pPr>
            <a:lvl5pPr>
              <a:defRPr sz="1350" b="0">
                <a:solidFill>
                  <a:srgbClr val="1B2A3A"/>
                </a:solidFill>
              </a:defRPr>
            </a:lvl5pPr>
            <a:lvl6pPr>
              <a:defRPr sz="1350" b="0">
                <a:solidFill>
                  <a:srgbClr val="1B2A3A"/>
                </a:solidFill>
              </a:defRPr>
            </a:lvl6pPr>
            <a:lvl7pPr>
              <a:defRPr sz="1350" b="0">
                <a:solidFill>
                  <a:srgbClr val="1B2A3A"/>
                </a:solidFill>
              </a:defRPr>
            </a:lvl7pPr>
            <a:lvl8pPr>
              <a:defRPr sz="1350" b="0">
                <a:solidFill>
                  <a:srgbClr val="1B2A3A"/>
                </a:solidFill>
              </a:defRPr>
            </a:lvl8pPr>
            <a:lvl9pPr>
              <a:defRPr sz="1350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B2A3A"/>
                </a:solidFill>
              </a:defRPr>
            </a:pPr>
            <a:r>
              <a:rPr sz="1350" b="0">
                <a:solidFill>
                  <a:srgbClr val="1B2A3A"/>
                </a:solidFill>
              </a:rPr>
              <a:t>•  El token CSRF protege cada operación POST; CSP y nosniff reducen riesgos del navegador.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84700-C710-4C91-BE7C-8868E218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B2A3A"/>
                </a:solidFill>
              </a:defRPr>
            </a:defPPr>
            <a:lvl1pPr>
              <a:defRPr sz="1350" b="0">
                <a:solidFill>
                  <a:srgbClr val="1B2A3A"/>
                </a:solidFill>
              </a:defRPr>
            </a:lvl1pPr>
            <a:lvl2pPr>
              <a:defRPr sz="1350" b="0">
                <a:solidFill>
                  <a:srgbClr val="1B2A3A"/>
                </a:solidFill>
              </a:defRPr>
            </a:lvl2pPr>
            <a:lvl3pPr>
              <a:defRPr sz="1350" b="0">
                <a:solidFill>
                  <a:srgbClr val="1B2A3A"/>
                </a:solidFill>
              </a:defRPr>
            </a:lvl3pPr>
            <a:lvl4pPr>
              <a:defRPr sz="1350" b="0">
                <a:solidFill>
                  <a:srgbClr val="1B2A3A"/>
                </a:solidFill>
              </a:defRPr>
            </a:lvl4pPr>
            <a:lvl5pPr>
              <a:defRPr sz="1350" b="0">
                <a:solidFill>
                  <a:srgbClr val="1B2A3A"/>
                </a:solidFill>
              </a:defRPr>
            </a:lvl5pPr>
            <a:lvl6pPr>
              <a:defRPr sz="1350" b="0">
                <a:solidFill>
                  <a:srgbClr val="1B2A3A"/>
                </a:solidFill>
              </a:defRPr>
            </a:lvl6pPr>
            <a:lvl7pPr>
              <a:defRPr sz="1350" b="0">
                <a:solidFill>
                  <a:srgbClr val="1B2A3A"/>
                </a:solidFill>
              </a:defRPr>
            </a:lvl7pPr>
            <a:lvl8pPr>
              <a:defRPr sz="1350" b="0">
                <a:solidFill>
                  <a:srgbClr val="1B2A3A"/>
                </a:solidFill>
              </a:defRPr>
            </a:lvl8pPr>
            <a:lvl9pPr>
              <a:defRPr sz="1350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B2A3A"/>
                </a:solidFill>
              </a:defRPr>
            </a:pPr>
            <a:r>
              <a:rPr sz="1350" b="0">
                <a:solidFill>
                  <a:srgbClr val="1B2A3A"/>
                </a:solidFill>
              </a:rPr>
              <a:t>•  Cinco fallos bloquean temporalmente el acceso y devuelven Retry After.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A8EE8-5FCC-472D-A2A9-01A137EB13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d3d718b374ad7"/>
          <a:stretch xmlns:a="http://schemas.openxmlformats.org/drawingml/2006/main"/>
        </p:blipFill>
        <p:spPr>
          <a:xfrm xmlns:a="http://schemas.openxmlformats.org/drawingml/2006/main">
            <a:off x="6419850" y="2181559"/>
            <a:ext cx="5048250" cy="2590132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77076-C2F7-4194-82E3-60AE43C0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53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85A00"/>
                </a:solidFill>
              </a:defRPr>
            </a:defPPr>
            <a:lvl1pPr>
              <a:defRPr sz="1500" b="1">
                <a:solidFill>
                  <a:srgbClr val="B85A00"/>
                </a:solidFill>
              </a:defRPr>
            </a:lvl1pPr>
            <a:lvl2pPr>
              <a:defRPr sz="1500" b="1">
                <a:solidFill>
                  <a:srgbClr val="B85A00"/>
                </a:solidFill>
              </a:defRPr>
            </a:lvl2pPr>
            <a:lvl3pPr>
              <a:defRPr sz="1500" b="1">
                <a:solidFill>
                  <a:srgbClr val="B85A00"/>
                </a:solidFill>
              </a:defRPr>
            </a:lvl3pPr>
            <a:lvl4pPr>
              <a:defRPr sz="1500" b="1">
                <a:solidFill>
                  <a:srgbClr val="B85A00"/>
                </a:solidFill>
              </a:defRPr>
            </a:lvl4pPr>
            <a:lvl5pPr>
              <a:defRPr sz="1500" b="1">
                <a:solidFill>
                  <a:srgbClr val="B85A00"/>
                </a:solidFill>
              </a:defRPr>
            </a:lvl5pPr>
            <a:lvl6pPr>
              <a:defRPr sz="1500" b="1">
                <a:solidFill>
                  <a:srgbClr val="B85A00"/>
                </a:solidFill>
              </a:defRPr>
            </a:lvl6pPr>
            <a:lvl7pPr>
              <a:defRPr sz="1500" b="1">
                <a:solidFill>
                  <a:srgbClr val="B85A00"/>
                </a:solidFill>
              </a:defRPr>
            </a:lvl7pPr>
            <a:lvl8pPr>
              <a:defRPr sz="1500" b="1">
                <a:solidFill>
                  <a:srgbClr val="B85A00"/>
                </a:solidFill>
              </a:defRPr>
            </a:lvl8pPr>
            <a:lvl9pPr>
              <a:defRPr sz="1500" b="1">
                <a:solidFill>
                  <a:srgbClr val="B85A00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85A00"/>
                </a:solidFill>
              </a:defRPr>
            </a:pPr>
            <a:r>
              <a:rPr sz="1500" b="1">
                <a:solidFill>
                  <a:srgbClr val="B85A00"/>
                </a:solidFill>
              </a:rPr>
              <a:t>El verificador confirma 15 de 15 controles de seguridad.</a:t>
            </a:r>
          </a:p>
        </p:txBody>
      </p:sp>
    </p:spTree>
    <p:extLst>
      <p:ext uri="{BB962C8B-B14F-4D97-AF65-F5344CB8AC3E}">
        <p14:creationId xmlns:p14="http://schemas.microsoft.com/office/powerpoint/2010/main" val="18250463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4D3B1-706A-40E7-A1ED-6D7D2518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00"/>
          </a:solidFill>
          <a:ln xmlns:a="http://schemas.openxmlformats.org/drawingml/2006/main" w="0">
            <a:solidFill>
              <a:srgbClr val="B85A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908D1-21C9-41E6-A7AE-3336280D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  <a:lvl1pPr>
              <a:defRPr sz="1425" b="1">
                <a:solidFill>
                  <a:srgbClr val="FFFFFF"/>
                </a:solidFill>
              </a:defRPr>
            </a:lvl1pPr>
            <a:lvl2pPr>
              <a:defRPr sz="1425" b="1">
                <a:solidFill>
                  <a:srgbClr val="FFFFFF"/>
                </a:solidFill>
              </a:defRPr>
            </a:lvl2pPr>
            <a:lvl3pPr>
              <a:defRPr sz="1425" b="1">
                <a:solidFill>
                  <a:srgbClr val="FFFFFF"/>
                </a:solidFill>
              </a:defRPr>
            </a:lvl3pPr>
            <a:lvl4pPr>
              <a:defRPr sz="1425" b="1">
                <a:solidFill>
                  <a:srgbClr val="FFFFFF"/>
                </a:solidFill>
              </a:defRPr>
            </a:lvl4pPr>
            <a:lvl5pPr>
              <a:defRPr sz="1425" b="1">
                <a:solidFill>
                  <a:srgbClr val="FFFFFF"/>
                </a:solidFill>
              </a:defRPr>
            </a:lvl5pPr>
            <a:lvl6pPr>
              <a:defRPr sz="1425" b="1">
                <a:solidFill>
                  <a:srgbClr val="FFFFFF"/>
                </a:solidFill>
              </a:defRPr>
            </a:lvl6pPr>
            <a:lvl7pPr>
              <a:defRPr sz="1425" b="1">
                <a:solidFill>
                  <a:srgbClr val="FFFFFF"/>
                </a:solidFill>
              </a:defRPr>
            </a:lvl7pPr>
            <a:lvl8pPr>
              <a:defRPr sz="1425" b="1">
                <a:solidFill>
                  <a:srgbClr val="FFFFFF"/>
                </a:solidFill>
              </a:defRPr>
            </a:lvl8pPr>
            <a:lvl9pPr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BA3A2-DF5B-4070-AD08-F9FC0D7C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B2A3A"/>
                </a:solidFill>
              </a:defRPr>
            </a:defPPr>
            <a:lvl1pPr>
              <a:defRPr sz="2400" b="1">
                <a:solidFill>
                  <a:srgbClr val="1B2A3A"/>
                </a:solidFill>
              </a:defRPr>
            </a:lvl1pPr>
            <a:lvl2pPr>
              <a:defRPr sz="2400" b="1">
                <a:solidFill>
                  <a:srgbClr val="1B2A3A"/>
                </a:solidFill>
              </a:defRPr>
            </a:lvl2pPr>
            <a:lvl3pPr>
              <a:defRPr sz="2400" b="1">
                <a:solidFill>
                  <a:srgbClr val="1B2A3A"/>
                </a:solidFill>
              </a:defRPr>
            </a:lvl3pPr>
            <a:lvl4pPr>
              <a:defRPr sz="2400" b="1">
                <a:solidFill>
                  <a:srgbClr val="1B2A3A"/>
                </a:solidFill>
              </a:defRPr>
            </a:lvl4pPr>
            <a:lvl5pPr>
              <a:defRPr sz="2400" b="1">
                <a:solidFill>
                  <a:srgbClr val="1B2A3A"/>
                </a:solidFill>
              </a:defRPr>
            </a:lvl5pPr>
            <a:lvl6pPr>
              <a:defRPr sz="2400" b="1">
                <a:solidFill>
                  <a:srgbClr val="1B2A3A"/>
                </a:solidFill>
              </a:defRPr>
            </a:lvl6pPr>
            <a:lvl7pPr>
              <a:defRPr sz="2400" b="1">
                <a:solidFill>
                  <a:srgbClr val="1B2A3A"/>
                </a:solidFill>
              </a:defRPr>
            </a:lvl7pPr>
            <a:lvl8pPr>
              <a:defRPr sz="2400" b="1">
                <a:solidFill>
                  <a:srgbClr val="1B2A3A"/>
                </a:solidFill>
              </a:defRPr>
            </a:lvl8pPr>
            <a:lvl9pPr>
              <a:defRPr sz="2400" b="1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B2A3A"/>
                </a:solidFill>
              </a:defRPr>
            </a:pPr>
            <a:r>
              <a:rPr sz="2400" b="1">
                <a:solidFill>
                  <a:srgbClr val="1B2A3A"/>
                </a:solidFill>
              </a:rPr>
              <a:t>Autorización basada en roles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B70B5-BD59-4358-8B18-D0CBC9D5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D6873"/>
                </a:solidFill>
              </a:defRPr>
            </a:defPPr>
            <a:lvl1pPr>
              <a:defRPr sz="900" b="0">
                <a:solidFill>
                  <a:srgbClr val="5D6873"/>
                </a:solidFill>
              </a:defRPr>
            </a:lvl1pPr>
            <a:lvl2pPr>
              <a:defRPr sz="900" b="0">
                <a:solidFill>
                  <a:srgbClr val="5D6873"/>
                </a:solidFill>
              </a:defRPr>
            </a:lvl2pPr>
            <a:lvl3pPr>
              <a:defRPr sz="900" b="0">
                <a:solidFill>
                  <a:srgbClr val="5D6873"/>
                </a:solidFill>
              </a:defRPr>
            </a:lvl3pPr>
            <a:lvl4pPr>
              <a:defRPr sz="900" b="0">
                <a:solidFill>
                  <a:srgbClr val="5D6873"/>
                </a:solidFill>
              </a:defRPr>
            </a:lvl4pPr>
            <a:lvl5pPr>
              <a:defRPr sz="900" b="0">
                <a:solidFill>
                  <a:srgbClr val="5D6873"/>
                </a:solidFill>
              </a:defRPr>
            </a:lvl5pPr>
            <a:lvl6pPr>
              <a:defRPr sz="900" b="0">
                <a:solidFill>
                  <a:srgbClr val="5D6873"/>
                </a:solidFill>
              </a:defRPr>
            </a:lvl6pPr>
            <a:lvl7pPr>
              <a:defRPr sz="900" b="0">
                <a:solidFill>
                  <a:srgbClr val="5D6873"/>
                </a:solidFill>
              </a:defRPr>
            </a:lvl7pPr>
            <a:lvl8pPr>
              <a:defRPr sz="900" b="0">
                <a:solidFill>
                  <a:srgbClr val="5D6873"/>
                </a:solidFill>
              </a:defRPr>
            </a:lvl8pPr>
            <a:lvl9pPr>
              <a:defRPr sz="900" b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D6873"/>
                </a:solidFill>
              </a:defRPr>
            </a:pPr>
            <a:r>
              <a:rPr sz="900" b="0">
                <a:solidFill>
                  <a:srgbClr val="5D6873"/>
                </a:solidFill>
              </a:rPr>
              <a:t>Actividad 3   Tecnología Web II  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A63A6-B8E3-45DA-B677-80F92318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B85A00"/>
                </a:solidFill>
              </a:defRPr>
            </a:defPPr>
            <a:lvl1pPr>
              <a:defRPr sz="1875" b="1">
                <a:solidFill>
                  <a:srgbClr val="B85A00"/>
                </a:solidFill>
              </a:defRPr>
            </a:lvl1pPr>
            <a:lvl2pPr>
              <a:defRPr sz="1875" b="1">
                <a:solidFill>
                  <a:srgbClr val="B85A00"/>
                </a:solidFill>
              </a:defRPr>
            </a:lvl2pPr>
            <a:lvl3pPr>
              <a:defRPr sz="1875" b="1">
                <a:solidFill>
                  <a:srgbClr val="B85A00"/>
                </a:solidFill>
              </a:defRPr>
            </a:lvl3pPr>
            <a:lvl4pPr>
              <a:defRPr sz="1875" b="1">
                <a:solidFill>
                  <a:srgbClr val="B85A00"/>
                </a:solidFill>
              </a:defRPr>
            </a:lvl4pPr>
            <a:lvl5pPr>
              <a:defRPr sz="1875" b="1">
                <a:solidFill>
                  <a:srgbClr val="B85A00"/>
                </a:solidFill>
              </a:defRPr>
            </a:lvl5pPr>
            <a:lvl6pPr>
              <a:defRPr sz="1875" b="1">
                <a:solidFill>
                  <a:srgbClr val="B85A00"/>
                </a:solidFill>
              </a:defRPr>
            </a:lvl6pPr>
            <a:lvl7pPr>
              <a:defRPr sz="1875" b="1">
                <a:solidFill>
                  <a:srgbClr val="B85A00"/>
                </a:solidFill>
              </a:defRPr>
            </a:lvl7pPr>
            <a:lvl8pPr>
              <a:defRPr sz="1875" b="1">
                <a:solidFill>
                  <a:srgbClr val="B85A00"/>
                </a:solidFill>
              </a:defRPr>
            </a:lvl8pPr>
            <a:lvl9pPr>
              <a:defRPr sz="1875" b="1">
                <a:solidFill>
                  <a:srgbClr val="B85A0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85A00"/>
                </a:solidFill>
              </a:defRPr>
            </a:pPr>
            <a:r>
              <a:rPr sz="1875" b="1">
                <a:solidFill>
                  <a:srgbClr val="B85A00"/>
                </a:solidFill>
              </a:rPr>
              <a:t>Administrador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051FA-D869-444E-AFBB-8908520B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B2A3A"/>
                </a:solidFill>
              </a:defRPr>
            </a:defPPr>
            <a:lvl1pPr>
              <a:defRPr sz="1650" b="0">
                <a:solidFill>
                  <a:srgbClr val="1B2A3A"/>
                </a:solidFill>
              </a:defRPr>
            </a:lvl1pPr>
            <a:lvl2pPr>
              <a:defRPr sz="1650" b="0">
                <a:solidFill>
                  <a:srgbClr val="1B2A3A"/>
                </a:solidFill>
              </a:defRPr>
            </a:lvl2pPr>
            <a:lvl3pPr>
              <a:defRPr sz="1650" b="0">
                <a:solidFill>
                  <a:srgbClr val="1B2A3A"/>
                </a:solidFill>
              </a:defRPr>
            </a:lvl3pPr>
            <a:lvl4pPr>
              <a:defRPr sz="1650" b="0">
                <a:solidFill>
                  <a:srgbClr val="1B2A3A"/>
                </a:solidFill>
              </a:defRPr>
            </a:lvl4pPr>
            <a:lvl5pPr>
              <a:defRPr sz="1650" b="0">
                <a:solidFill>
                  <a:srgbClr val="1B2A3A"/>
                </a:solidFill>
              </a:defRPr>
            </a:lvl5pPr>
            <a:lvl6pPr>
              <a:defRPr sz="1650" b="0">
                <a:solidFill>
                  <a:srgbClr val="1B2A3A"/>
                </a:solidFill>
              </a:defRPr>
            </a:lvl6pPr>
            <a:lvl7pPr>
              <a:defRPr sz="1650" b="0">
                <a:solidFill>
                  <a:srgbClr val="1B2A3A"/>
                </a:solidFill>
              </a:defRPr>
            </a:lvl7pPr>
            <a:lvl8pPr>
              <a:defRPr sz="1650" b="0">
                <a:solidFill>
                  <a:srgbClr val="1B2A3A"/>
                </a:solidFill>
              </a:defRPr>
            </a:lvl8pPr>
            <a:lvl9pPr>
              <a:defRPr sz="1650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B2A3A"/>
                </a:solidFill>
              </a:defRPr>
            </a:pPr>
            <a:r>
              <a:rPr sz="1650" b="0">
                <a:solidFill>
                  <a:srgbClr val="1B2A3A"/>
                </a:solidFill>
              </a:rPr>
              <a:t>Gestiona productos, socios, reportes y exportación CSV.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9DCDA-A769-46F9-AD1D-1DFDCC67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B85A00"/>
                </a:solidFill>
              </a:defRPr>
            </a:defPPr>
            <a:lvl1pPr>
              <a:defRPr sz="1875" b="1">
                <a:solidFill>
                  <a:srgbClr val="B85A00"/>
                </a:solidFill>
              </a:defRPr>
            </a:lvl1pPr>
            <a:lvl2pPr>
              <a:defRPr sz="1875" b="1">
                <a:solidFill>
                  <a:srgbClr val="B85A00"/>
                </a:solidFill>
              </a:defRPr>
            </a:lvl2pPr>
            <a:lvl3pPr>
              <a:defRPr sz="1875" b="1">
                <a:solidFill>
                  <a:srgbClr val="B85A00"/>
                </a:solidFill>
              </a:defRPr>
            </a:lvl3pPr>
            <a:lvl4pPr>
              <a:defRPr sz="1875" b="1">
                <a:solidFill>
                  <a:srgbClr val="B85A00"/>
                </a:solidFill>
              </a:defRPr>
            </a:lvl4pPr>
            <a:lvl5pPr>
              <a:defRPr sz="1875" b="1">
                <a:solidFill>
                  <a:srgbClr val="B85A00"/>
                </a:solidFill>
              </a:defRPr>
            </a:lvl5pPr>
            <a:lvl6pPr>
              <a:defRPr sz="1875" b="1">
                <a:solidFill>
                  <a:srgbClr val="B85A00"/>
                </a:solidFill>
              </a:defRPr>
            </a:lvl6pPr>
            <a:lvl7pPr>
              <a:defRPr sz="1875" b="1">
                <a:solidFill>
                  <a:srgbClr val="B85A00"/>
                </a:solidFill>
              </a:defRPr>
            </a:lvl7pPr>
            <a:lvl8pPr>
              <a:defRPr sz="1875" b="1">
                <a:solidFill>
                  <a:srgbClr val="B85A00"/>
                </a:solidFill>
              </a:defRPr>
            </a:lvl8pPr>
            <a:lvl9pPr>
              <a:defRPr sz="1875" b="1">
                <a:solidFill>
                  <a:srgbClr val="B85A0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85A00"/>
                </a:solidFill>
              </a:defRPr>
            </a:pPr>
            <a:r>
              <a:rPr sz="1875" b="1">
                <a:solidFill>
                  <a:srgbClr val="B85A00"/>
                </a:solidFill>
              </a:rPr>
              <a:t>Operador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14BDB-8293-4034-9E47-1214D8B2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B2A3A"/>
                </a:solidFill>
              </a:defRPr>
            </a:defPPr>
            <a:lvl1pPr>
              <a:defRPr sz="1650" b="0">
                <a:solidFill>
                  <a:srgbClr val="1B2A3A"/>
                </a:solidFill>
              </a:defRPr>
            </a:lvl1pPr>
            <a:lvl2pPr>
              <a:defRPr sz="1650" b="0">
                <a:solidFill>
                  <a:srgbClr val="1B2A3A"/>
                </a:solidFill>
              </a:defRPr>
            </a:lvl2pPr>
            <a:lvl3pPr>
              <a:defRPr sz="1650" b="0">
                <a:solidFill>
                  <a:srgbClr val="1B2A3A"/>
                </a:solidFill>
              </a:defRPr>
            </a:lvl3pPr>
            <a:lvl4pPr>
              <a:defRPr sz="1650" b="0">
                <a:solidFill>
                  <a:srgbClr val="1B2A3A"/>
                </a:solidFill>
              </a:defRPr>
            </a:lvl4pPr>
            <a:lvl5pPr>
              <a:defRPr sz="1650" b="0">
                <a:solidFill>
                  <a:srgbClr val="1B2A3A"/>
                </a:solidFill>
              </a:defRPr>
            </a:lvl5pPr>
            <a:lvl6pPr>
              <a:defRPr sz="1650" b="0">
                <a:solidFill>
                  <a:srgbClr val="1B2A3A"/>
                </a:solidFill>
              </a:defRPr>
            </a:lvl6pPr>
            <a:lvl7pPr>
              <a:defRPr sz="1650" b="0">
                <a:solidFill>
                  <a:srgbClr val="1B2A3A"/>
                </a:solidFill>
              </a:defRPr>
            </a:lvl7pPr>
            <a:lvl8pPr>
              <a:defRPr sz="1650" b="0">
                <a:solidFill>
                  <a:srgbClr val="1B2A3A"/>
                </a:solidFill>
              </a:defRPr>
            </a:lvl8pPr>
            <a:lvl9pPr>
              <a:defRPr sz="1650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B2A3A"/>
                </a:solidFill>
              </a:defRPr>
            </a:pPr>
            <a:r>
              <a:rPr sz="1650" b="0">
                <a:solidFill>
                  <a:srgbClr val="1B2A3A"/>
                </a:solidFill>
              </a:rPr>
              <a:t>Registra ventas y acopios. Edita productos. No elimina ni ve reportes.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F95ED-FC0B-4DBC-B558-7676B00C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B85A00"/>
                </a:solidFill>
              </a:defRPr>
            </a:defPPr>
            <a:lvl1pPr>
              <a:defRPr sz="1875" b="1">
                <a:solidFill>
                  <a:srgbClr val="B85A00"/>
                </a:solidFill>
              </a:defRPr>
            </a:lvl1pPr>
            <a:lvl2pPr>
              <a:defRPr sz="1875" b="1">
                <a:solidFill>
                  <a:srgbClr val="B85A00"/>
                </a:solidFill>
              </a:defRPr>
            </a:lvl2pPr>
            <a:lvl3pPr>
              <a:defRPr sz="1875" b="1">
                <a:solidFill>
                  <a:srgbClr val="B85A00"/>
                </a:solidFill>
              </a:defRPr>
            </a:lvl3pPr>
            <a:lvl4pPr>
              <a:defRPr sz="1875" b="1">
                <a:solidFill>
                  <a:srgbClr val="B85A00"/>
                </a:solidFill>
              </a:defRPr>
            </a:lvl4pPr>
            <a:lvl5pPr>
              <a:defRPr sz="1875" b="1">
                <a:solidFill>
                  <a:srgbClr val="B85A00"/>
                </a:solidFill>
              </a:defRPr>
            </a:lvl5pPr>
            <a:lvl6pPr>
              <a:defRPr sz="1875" b="1">
                <a:solidFill>
                  <a:srgbClr val="B85A00"/>
                </a:solidFill>
              </a:defRPr>
            </a:lvl6pPr>
            <a:lvl7pPr>
              <a:defRPr sz="1875" b="1">
                <a:solidFill>
                  <a:srgbClr val="B85A00"/>
                </a:solidFill>
              </a:defRPr>
            </a:lvl7pPr>
            <a:lvl8pPr>
              <a:defRPr sz="1875" b="1">
                <a:solidFill>
                  <a:srgbClr val="B85A00"/>
                </a:solidFill>
              </a:defRPr>
            </a:lvl8pPr>
            <a:lvl9pPr>
              <a:defRPr sz="1875" b="1">
                <a:solidFill>
                  <a:srgbClr val="B85A0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85A00"/>
                </a:solidFill>
              </a:defRPr>
            </a:pPr>
            <a:r>
              <a:rPr sz="1875" b="1">
                <a:solidFill>
                  <a:srgbClr val="B85A00"/>
                </a:solidFill>
              </a:rPr>
              <a:t>Socio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0B292-AA6B-49C5-BAE1-7D650E3C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B2A3A"/>
                </a:solidFill>
              </a:defRPr>
            </a:defPPr>
            <a:lvl1pPr>
              <a:defRPr sz="1650" b="0">
                <a:solidFill>
                  <a:srgbClr val="1B2A3A"/>
                </a:solidFill>
              </a:defRPr>
            </a:lvl1pPr>
            <a:lvl2pPr>
              <a:defRPr sz="1650" b="0">
                <a:solidFill>
                  <a:srgbClr val="1B2A3A"/>
                </a:solidFill>
              </a:defRPr>
            </a:lvl2pPr>
            <a:lvl3pPr>
              <a:defRPr sz="1650" b="0">
                <a:solidFill>
                  <a:srgbClr val="1B2A3A"/>
                </a:solidFill>
              </a:defRPr>
            </a:lvl3pPr>
            <a:lvl4pPr>
              <a:defRPr sz="1650" b="0">
                <a:solidFill>
                  <a:srgbClr val="1B2A3A"/>
                </a:solidFill>
              </a:defRPr>
            </a:lvl4pPr>
            <a:lvl5pPr>
              <a:defRPr sz="1650" b="0">
                <a:solidFill>
                  <a:srgbClr val="1B2A3A"/>
                </a:solidFill>
              </a:defRPr>
            </a:lvl5pPr>
            <a:lvl6pPr>
              <a:defRPr sz="1650" b="0">
                <a:solidFill>
                  <a:srgbClr val="1B2A3A"/>
                </a:solidFill>
              </a:defRPr>
            </a:lvl6pPr>
            <a:lvl7pPr>
              <a:defRPr sz="1650" b="0">
                <a:solidFill>
                  <a:srgbClr val="1B2A3A"/>
                </a:solidFill>
              </a:defRPr>
            </a:lvl7pPr>
            <a:lvl8pPr>
              <a:defRPr sz="1650" b="0">
                <a:solidFill>
                  <a:srgbClr val="1B2A3A"/>
                </a:solidFill>
              </a:defRPr>
            </a:lvl8pPr>
            <a:lvl9pPr>
              <a:defRPr sz="1650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B2A3A"/>
                </a:solidFill>
              </a:defRPr>
            </a:pPr>
            <a:r>
              <a:rPr sz="1650" b="0">
                <a:solidFill>
                  <a:srgbClr val="1B2A3A"/>
                </a:solidFill>
              </a:rPr>
              <a:t>Consulta únicamente los productos asociados a su cuenta.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F877C-16BC-451F-BEDB-FB5E1C3D8C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187ac11e14f8e"/>
          <a:stretch xmlns:a="http://schemas.openxmlformats.org/drawingml/2006/main"/>
        </p:blipFill>
        <p:spPr>
          <a:xfrm xmlns:a="http://schemas.openxmlformats.org/drawingml/2006/main">
            <a:off x="4895939" y="4524375"/>
            <a:ext cx="2362023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</p:spTree>
    <p:extLst>
      <p:ext uri="{BB962C8B-B14F-4D97-AF65-F5344CB8AC3E}">
        <p14:creationId xmlns:p14="http://schemas.microsoft.com/office/powerpoint/2010/main" val="1580663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0E9DA-F46A-4937-8E2A-62ADC727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00"/>
          </a:solidFill>
          <a:ln xmlns:a="http://schemas.openxmlformats.org/drawingml/2006/main" w="0">
            <a:solidFill>
              <a:srgbClr val="B85A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DFD0E-8CDD-4B91-9F71-9BDF99A0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  <a:lvl1pPr>
              <a:defRPr sz="1425" b="1">
                <a:solidFill>
                  <a:srgbClr val="FFFFFF"/>
                </a:solidFill>
              </a:defRPr>
            </a:lvl1pPr>
            <a:lvl2pPr>
              <a:defRPr sz="1425" b="1">
                <a:solidFill>
                  <a:srgbClr val="FFFFFF"/>
                </a:solidFill>
              </a:defRPr>
            </a:lvl2pPr>
            <a:lvl3pPr>
              <a:defRPr sz="1425" b="1">
                <a:solidFill>
                  <a:srgbClr val="FFFFFF"/>
                </a:solidFill>
              </a:defRPr>
            </a:lvl3pPr>
            <a:lvl4pPr>
              <a:defRPr sz="1425" b="1">
                <a:solidFill>
                  <a:srgbClr val="FFFFFF"/>
                </a:solidFill>
              </a:defRPr>
            </a:lvl4pPr>
            <a:lvl5pPr>
              <a:defRPr sz="1425" b="1">
                <a:solidFill>
                  <a:srgbClr val="FFFFFF"/>
                </a:solidFill>
              </a:defRPr>
            </a:lvl5pPr>
            <a:lvl6pPr>
              <a:defRPr sz="1425" b="1">
                <a:solidFill>
                  <a:srgbClr val="FFFFFF"/>
                </a:solidFill>
              </a:defRPr>
            </a:lvl6pPr>
            <a:lvl7pPr>
              <a:defRPr sz="1425" b="1">
                <a:solidFill>
                  <a:srgbClr val="FFFFFF"/>
                </a:solidFill>
              </a:defRPr>
            </a:lvl7pPr>
            <a:lvl8pPr>
              <a:defRPr sz="1425" b="1">
                <a:solidFill>
                  <a:srgbClr val="FFFFFF"/>
                </a:solidFill>
              </a:defRPr>
            </a:lvl8pPr>
            <a:lvl9pPr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41816-21D0-44AB-BF66-4BD8A4E0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B2A3A"/>
                </a:solidFill>
              </a:defRPr>
            </a:defPPr>
            <a:lvl1pPr>
              <a:defRPr sz="2400" b="1">
                <a:solidFill>
                  <a:srgbClr val="1B2A3A"/>
                </a:solidFill>
              </a:defRPr>
            </a:lvl1pPr>
            <a:lvl2pPr>
              <a:defRPr sz="2400" b="1">
                <a:solidFill>
                  <a:srgbClr val="1B2A3A"/>
                </a:solidFill>
              </a:defRPr>
            </a:lvl2pPr>
            <a:lvl3pPr>
              <a:defRPr sz="2400" b="1">
                <a:solidFill>
                  <a:srgbClr val="1B2A3A"/>
                </a:solidFill>
              </a:defRPr>
            </a:lvl3pPr>
            <a:lvl4pPr>
              <a:defRPr sz="2400" b="1">
                <a:solidFill>
                  <a:srgbClr val="1B2A3A"/>
                </a:solidFill>
              </a:defRPr>
            </a:lvl4pPr>
            <a:lvl5pPr>
              <a:defRPr sz="2400" b="1">
                <a:solidFill>
                  <a:srgbClr val="1B2A3A"/>
                </a:solidFill>
              </a:defRPr>
            </a:lvl5pPr>
            <a:lvl6pPr>
              <a:defRPr sz="2400" b="1">
                <a:solidFill>
                  <a:srgbClr val="1B2A3A"/>
                </a:solidFill>
              </a:defRPr>
            </a:lvl6pPr>
            <a:lvl7pPr>
              <a:defRPr sz="2400" b="1">
                <a:solidFill>
                  <a:srgbClr val="1B2A3A"/>
                </a:solidFill>
              </a:defRPr>
            </a:lvl7pPr>
            <a:lvl8pPr>
              <a:defRPr sz="2400" b="1">
                <a:solidFill>
                  <a:srgbClr val="1B2A3A"/>
                </a:solidFill>
              </a:defRPr>
            </a:lvl8pPr>
            <a:lvl9pPr>
              <a:defRPr sz="2400" b="1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B2A3A"/>
                </a:solidFill>
              </a:defRPr>
            </a:pPr>
            <a:r>
              <a:rPr sz="2400" b="1">
                <a:solidFill>
                  <a:srgbClr val="1B2A3A"/>
                </a:solidFill>
              </a:rPr>
              <a:t>Laboratorio 11  Ventas y acopios atómicos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F072E-B991-4052-B0DA-B0CD8AE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D6873"/>
                </a:solidFill>
              </a:defRPr>
            </a:defPPr>
            <a:lvl1pPr>
              <a:defRPr sz="900" b="0">
                <a:solidFill>
                  <a:srgbClr val="5D6873"/>
                </a:solidFill>
              </a:defRPr>
            </a:lvl1pPr>
            <a:lvl2pPr>
              <a:defRPr sz="900" b="0">
                <a:solidFill>
                  <a:srgbClr val="5D6873"/>
                </a:solidFill>
              </a:defRPr>
            </a:lvl2pPr>
            <a:lvl3pPr>
              <a:defRPr sz="900" b="0">
                <a:solidFill>
                  <a:srgbClr val="5D6873"/>
                </a:solidFill>
              </a:defRPr>
            </a:lvl3pPr>
            <a:lvl4pPr>
              <a:defRPr sz="900" b="0">
                <a:solidFill>
                  <a:srgbClr val="5D6873"/>
                </a:solidFill>
              </a:defRPr>
            </a:lvl4pPr>
            <a:lvl5pPr>
              <a:defRPr sz="900" b="0">
                <a:solidFill>
                  <a:srgbClr val="5D6873"/>
                </a:solidFill>
              </a:defRPr>
            </a:lvl5pPr>
            <a:lvl6pPr>
              <a:defRPr sz="900" b="0">
                <a:solidFill>
                  <a:srgbClr val="5D6873"/>
                </a:solidFill>
              </a:defRPr>
            </a:lvl6pPr>
            <a:lvl7pPr>
              <a:defRPr sz="900" b="0">
                <a:solidFill>
                  <a:srgbClr val="5D6873"/>
                </a:solidFill>
              </a:defRPr>
            </a:lvl7pPr>
            <a:lvl8pPr>
              <a:defRPr sz="900" b="0">
                <a:solidFill>
                  <a:srgbClr val="5D6873"/>
                </a:solidFill>
              </a:defRPr>
            </a:lvl8pPr>
            <a:lvl9pPr>
              <a:defRPr sz="900" b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D6873"/>
                </a:solidFill>
              </a:defRPr>
            </a:pPr>
            <a:r>
              <a:rPr sz="900" b="0">
                <a:solidFill>
                  <a:srgbClr val="5D6873"/>
                </a:solidFill>
              </a:rPr>
              <a:t>Actividad 3   Tecnología Web II  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8D7E3-213E-4691-B588-CEB318B0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B2A3A"/>
                </a:solidFill>
              </a:defRPr>
            </a:defPPr>
            <a:lvl1pPr>
              <a:defRPr sz="1575" b="0">
                <a:solidFill>
                  <a:srgbClr val="1B2A3A"/>
                </a:solidFill>
              </a:defRPr>
            </a:lvl1pPr>
            <a:lvl2pPr>
              <a:defRPr sz="1575" b="0">
                <a:solidFill>
                  <a:srgbClr val="1B2A3A"/>
                </a:solidFill>
              </a:defRPr>
            </a:lvl2pPr>
            <a:lvl3pPr>
              <a:defRPr sz="1575" b="0">
                <a:solidFill>
                  <a:srgbClr val="1B2A3A"/>
                </a:solidFill>
              </a:defRPr>
            </a:lvl3pPr>
            <a:lvl4pPr>
              <a:defRPr sz="1575" b="0">
                <a:solidFill>
                  <a:srgbClr val="1B2A3A"/>
                </a:solidFill>
              </a:defRPr>
            </a:lvl4pPr>
            <a:lvl5pPr>
              <a:defRPr sz="1575" b="0">
                <a:solidFill>
                  <a:srgbClr val="1B2A3A"/>
                </a:solidFill>
              </a:defRPr>
            </a:lvl5pPr>
            <a:lvl6pPr>
              <a:defRPr sz="1575" b="0">
                <a:solidFill>
                  <a:srgbClr val="1B2A3A"/>
                </a:solidFill>
              </a:defRPr>
            </a:lvl6pPr>
            <a:lvl7pPr>
              <a:defRPr sz="1575" b="0">
                <a:solidFill>
                  <a:srgbClr val="1B2A3A"/>
                </a:solidFill>
              </a:defRPr>
            </a:lvl7pPr>
            <a:lvl8pPr>
              <a:defRPr sz="1575" b="0">
                <a:solidFill>
                  <a:srgbClr val="1B2A3A"/>
                </a:solidFill>
              </a:defRPr>
            </a:lvl8pPr>
            <a:lvl9pPr>
              <a:defRPr sz="157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B2A3A"/>
                </a:solidFill>
              </a:defRPr>
            </a:pPr>
            <a:r>
              <a:rPr sz="1575" b="0">
                <a:solidFill>
                  <a:srgbClr val="1B2A3A"/>
                </a:solidFill>
              </a:rPr>
              <a:t>•  Una venta inicia una transacción antes de modificar el stock.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E6CE1-600A-44E8-8884-10DBDBCE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B2A3A"/>
                </a:solidFill>
              </a:defRPr>
            </a:defPPr>
            <a:lvl1pPr>
              <a:defRPr sz="1575" b="0">
                <a:solidFill>
                  <a:srgbClr val="1B2A3A"/>
                </a:solidFill>
              </a:defRPr>
            </a:lvl1pPr>
            <a:lvl2pPr>
              <a:defRPr sz="1575" b="0">
                <a:solidFill>
                  <a:srgbClr val="1B2A3A"/>
                </a:solidFill>
              </a:defRPr>
            </a:lvl2pPr>
            <a:lvl3pPr>
              <a:defRPr sz="1575" b="0">
                <a:solidFill>
                  <a:srgbClr val="1B2A3A"/>
                </a:solidFill>
              </a:defRPr>
            </a:lvl3pPr>
            <a:lvl4pPr>
              <a:defRPr sz="1575" b="0">
                <a:solidFill>
                  <a:srgbClr val="1B2A3A"/>
                </a:solidFill>
              </a:defRPr>
            </a:lvl4pPr>
            <a:lvl5pPr>
              <a:defRPr sz="1575" b="0">
                <a:solidFill>
                  <a:srgbClr val="1B2A3A"/>
                </a:solidFill>
              </a:defRPr>
            </a:lvl5pPr>
            <a:lvl6pPr>
              <a:defRPr sz="1575" b="0">
                <a:solidFill>
                  <a:srgbClr val="1B2A3A"/>
                </a:solidFill>
              </a:defRPr>
            </a:lvl6pPr>
            <a:lvl7pPr>
              <a:defRPr sz="1575" b="0">
                <a:solidFill>
                  <a:srgbClr val="1B2A3A"/>
                </a:solidFill>
              </a:defRPr>
            </a:lvl7pPr>
            <a:lvl8pPr>
              <a:defRPr sz="1575" b="0">
                <a:solidFill>
                  <a:srgbClr val="1B2A3A"/>
                </a:solidFill>
              </a:defRPr>
            </a:lvl8pPr>
            <a:lvl9pPr>
              <a:defRPr sz="157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B2A3A"/>
                </a:solidFill>
              </a:defRPr>
            </a:pPr>
            <a:r>
              <a:rPr sz="1575" b="0">
                <a:solidFill>
                  <a:srgbClr val="1B2A3A"/>
                </a:solidFill>
              </a:rPr>
              <a:t>•  La actualización exige stock suficiente; un detalle inválido produce rollback.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E6172-ADDB-4695-896B-EA435F53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B2A3A"/>
                </a:solidFill>
              </a:defRPr>
            </a:defPPr>
            <a:lvl1pPr>
              <a:defRPr sz="1575" b="0">
                <a:solidFill>
                  <a:srgbClr val="1B2A3A"/>
                </a:solidFill>
              </a:defRPr>
            </a:lvl1pPr>
            <a:lvl2pPr>
              <a:defRPr sz="1575" b="0">
                <a:solidFill>
                  <a:srgbClr val="1B2A3A"/>
                </a:solidFill>
              </a:defRPr>
            </a:lvl2pPr>
            <a:lvl3pPr>
              <a:defRPr sz="1575" b="0">
                <a:solidFill>
                  <a:srgbClr val="1B2A3A"/>
                </a:solidFill>
              </a:defRPr>
            </a:lvl3pPr>
            <a:lvl4pPr>
              <a:defRPr sz="1575" b="0">
                <a:solidFill>
                  <a:srgbClr val="1B2A3A"/>
                </a:solidFill>
              </a:defRPr>
            </a:lvl4pPr>
            <a:lvl5pPr>
              <a:defRPr sz="1575" b="0">
                <a:solidFill>
                  <a:srgbClr val="1B2A3A"/>
                </a:solidFill>
              </a:defRPr>
            </a:lvl5pPr>
            <a:lvl6pPr>
              <a:defRPr sz="1575" b="0">
                <a:solidFill>
                  <a:srgbClr val="1B2A3A"/>
                </a:solidFill>
              </a:defRPr>
            </a:lvl6pPr>
            <a:lvl7pPr>
              <a:defRPr sz="1575" b="0">
                <a:solidFill>
                  <a:srgbClr val="1B2A3A"/>
                </a:solidFill>
              </a:defRPr>
            </a:lvl7pPr>
            <a:lvl8pPr>
              <a:defRPr sz="1575" b="0">
                <a:solidFill>
                  <a:srgbClr val="1B2A3A"/>
                </a:solidFill>
              </a:defRPr>
            </a:lvl8pPr>
            <a:lvl9pPr>
              <a:defRPr sz="157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B2A3A"/>
                </a:solidFill>
              </a:defRPr>
            </a:pPr>
            <a:r>
              <a:rPr sz="1575" b="0">
                <a:solidFill>
                  <a:srgbClr val="1B2A3A"/>
                </a:solidFill>
              </a:rPr>
              <a:t>•  El acopio incrementa el stock y conserva el movimiento para el socio propietario.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1077A-9039-4365-9DBB-1A74CAC572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6fcfd24334d15"/>
          <a:stretch xmlns:a="http://schemas.openxmlformats.org/drawingml/2006/main"/>
        </p:blipFill>
        <p:spPr>
          <a:xfrm xmlns:a="http://schemas.openxmlformats.org/drawingml/2006/main">
            <a:off x="6229350" y="2118510"/>
            <a:ext cx="5238750" cy="267813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EB255-8CCF-4058-AE4D-5F2D84A1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816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85A00"/>
                </a:solidFill>
              </a:defRPr>
            </a:defPPr>
            <a:lvl1pPr>
              <a:defRPr sz="1500" b="1">
                <a:solidFill>
                  <a:srgbClr val="B85A00"/>
                </a:solidFill>
              </a:defRPr>
            </a:lvl1pPr>
            <a:lvl2pPr>
              <a:defRPr sz="1500" b="1">
                <a:solidFill>
                  <a:srgbClr val="B85A00"/>
                </a:solidFill>
              </a:defRPr>
            </a:lvl2pPr>
            <a:lvl3pPr>
              <a:defRPr sz="1500" b="1">
                <a:solidFill>
                  <a:srgbClr val="B85A00"/>
                </a:solidFill>
              </a:defRPr>
            </a:lvl3pPr>
            <a:lvl4pPr>
              <a:defRPr sz="1500" b="1">
                <a:solidFill>
                  <a:srgbClr val="B85A00"/>
                </a:solidFill>
              </a:defRPr>
            </a:lvl4pPr>
            <a:lvl5pPr>
              <a:defRPr sz="1500" b="1">
                <a:solidFill>
                  <a:srgbClr val="B85A00"/>
                </a:solidFill>
              </a:defRPr>
            </a:lvl5pPr>
            <a:lvl6pPr>
              <a:defRPr sz="1500" b="1">
                <a:solidFill>
                  <a:srgbClr val="B85A00"/>
                </a:solidFill>
              </a:defRPr>
            </a:lvl6pPr>
            <a:lvl7pPr>
              <a:defRPr sz="1500" b="1">
                <a:solidFill>
                  <a:srgbClr val="B85A00"/>
                </a:solidFill>
              </a:defRPr>
            </a:lvl7pPr>
            <a:lvl8pPr>
              <a:defRPr sz="1500" b="1">
                <a:solidFill>
                  <a:srgbClr val="B85A00"/>
                </a:solidFill>
              </a:defRPr>
            </a:lvl8pPr>
            <a:lvl9pPr>
              <a:defRPr sz="1500" b="1">
                <a:solidFill>
                  <a:srgbClr val="B85A00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85A00"/>
                </a:solidFill>
              </a:defRPr>
            </a:pPr>
            <a:r>
              <a:rPr sz="1500" b="1">
                <a:solidFill>
                  <a:srgbClr val="B85A00"/>
                </a:solidFill>
              </a:rPr>
              <a:t>La operación evita ventas parciales y mantiene la consistencia del inventario.</a:t>
            </a:r>
          </a:p>
        </p:txBody>
      </p:sp>
    </p:spTree>
    <p:extLst>
      <p:ext uri="{BB962C8B-B14F-4D97-AF65-F5344CB8AC3E}">
        <p14:creationId xmlns:p14="http://schemas.microsoft.com/office/powerpoint/2010/main" val="698031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781D0-501A-4193-8BBE-AEA22725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00"/>
          </a:solidFill>
          <a:ln xmlns:a="http://schemas.openxmlformats.org/drawingml/2006/main" w="0">
            <a:solidFill>
              <a:srgbClr val="B85A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94F77-A59A-4ACC-B83A-881134FD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  <a:lvl1pPr>
              <a:defRPr sz="1425" b="1">
                <a:solidFill>
                  <a:srgbClr val="FFFFFF"/>
                </a:solidFill>
              </a:defRPr>
            </a:lvl1pPr>
            <a:lvl2pPr>
              <a:defRPr sz="1425" b="1">
                <a:solidFill>
                  <a:srgbClr val="FFFFFF"/>
                </a:solidFill>
              </a:defRPr>
            </a:lvl2pPr>
            <a:lvl3pPr>
              <a:defRPr sz="1425" b="1">
                <a:solidFill>
                  <a:srgbClr val="FFFFFF"/>
                </a:solidFill>
              </a:defRPr>
            </a:lvl3pPr>
            <a:lvl4pPr>
              <a:defRPr sz="1425" b="1">
                <a:solidFill>
                  <a:srgbClr val="FFFFFF"/>
                </a:solidFill>
              </a:defRPr>
            </a:lvl4pPr>
            <a:lvl5pPr>
              <a:defRPr sz="1425" b="1">
                <a:solidFill>
                  <a:srgbClr val="FFFFFF"/>
                </a:solidFill>
              </a:defRPr>
            </a:lvl5pPr>
            <a:lvl6pPr>
              <a:defRPr sz="1425" b="1">
                <a:solidFill>
                  <a:srgbClr val="FFFFFF"/>
                </a:solidFill>
              </a:defRPr>
            </a:lvl6pPr>
            <a:lvl7pPr>
              <a:defRPr sz="1425" b="1">
                <a:solidFill>
                  <a:srgbClr val="FFFFFF"/>
                </a:solidFill>
              </a:defRPr>
            </a:lvl7pPr>
            <a:lvl8pPr>
              <a:defRPr sz="1425" b="1">
                <a:solidFill>
                  <a:srgbClr val="FFFFFF"/>
                </a:solidFill>
              </a:defRPr>
            </a:lvl8pPr>
            <a:lvl9pPr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54D7C-8545-4341-9974-9CAA192E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B2A3A"/>
                </a:solidFill>
              </a:defRPr>
            </a:defPPr>
            <a:lvl1pPr>
              <a:defRPr sz="2400" b="1">
                <a:solidFill>
                  <a:srgbClr val="1B2A3A"/>
                </a:solidFill>
              </a:defRPr>
            </a:lvl1pPr>
            <a:lvl2pPr>
              <a:defRPr sz="2400" b="1">
                <a:solidFill>
                  <a:srgbClr val="1B2A3A"/>
                </a:solidFill>
              </a:defRPr>
            </a:lvl2pPr>
            <a:lvl3pPr>
              <a:defRPr sz="2400" b="1">
                <a:solidFill>
                  <a:srgbClr val="1B2A3A"/>
                </a:solidFill>
              </a:defRPr>
            </a:lvl3pPr>
            <a:lvl4pPr>
              <a:defRPr sz="2400" b="1">
                <a:solidFill>
                  <a:srgbClr val="1B2A3A"/>
                </a:solidFill>
              </a:defRPr>
            </a:lvl4pPr>
            <a:lvl5pPr>
              <a:defRPr sz="2400" b="1">
                <a:solidFill>
                  <a:srgbClr val="1B2A3A"/>
                </a:solidFill>
              </a:defRPr>
            </a:lvl5pPr>
            <a:lvl6pPr>
              <a:defRPr sz="2400" b="1">
                <a:solidFill>
                  <a:srgbClr val="1B2A3A"/>
                </a:solidFill>
              </a:defRPr>
            </a:lvl6pPr>
            <a:lvl7pPr>
              <a:defRPr sz="2400" b="1">
                <a:solidFill>
                  <a:srgbClr val="1B2A3A"/>
                </a:solidFill>
              </a:defRPr>
            </a:lvl7pPr>
            <a:lvl8pPr>
              <a:defRPr sz="2400" b="1">
                <a:solidFill>
                  <a:srgbClr val="1B2A3A"/>
                </a:solidFill>
              </a:defRPr>
            </a:lvl8pPr>
            <a:lvl9pPr>
              <a:defRPr sz="2400" b="1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B2A3A"/>
                </a:solidFill>
              </a:defRPr>
            </a:pPr>
            <a:r>
              <a:rPr sz="2400" b="1">
                <a:solidFill>
                  <a:srgbClr val="1B2A3A"/>
                </a:solidFill>
              </a:rPr>
              <a:t>Reportes administrativos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B0108-3CCE-40C6-B5A9-A111C32A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D6873"/>
                </a:solidFill>
              </a:defRPr>
            </a:defPPr>
            <a:lvl1pPr>
              <a:defRPr sz="900" b="0">
                <a:solidFill>
                  <a:srgbClr val="5D6873"/>
                </a:solidFill>
              </a:defRPr>
            </a:lvl1pPr>
            <a:lvl2pPr>
              <a:defRPr sz="900" b="0">
                <a:solidFill>
                  <a:srgbClr val="5D6873"/>
                </a:solidFill>
              </a:defRPr>
            </a:lvl2pPr>
            <a:lvl3pPr>
              <a:defRPr sz="900" b="0">
                <a:solidFill>
                  <a:srgbClr val="5D6873"/>
                </a:solidFill>
              </a:defRPr>
            </a:lvl3pPr>
            <a:lvl4pPr>
              <a:defRPr sz="900" b="0">
                <a:solidFill>
                  <a:srgbClr val="5D6873"/>
                </a:solidFill>
              </a:defRPr>
            </a:lvl4pPr>
            <a:lvl5pPr>
              <a:defRPr sz="900" b="0">
                <a:solidFill>
                  <a:srgbClr val="5D6873"/>
                </a:solidFill>
              </a:defRPr>
            </a:lvl5pPr>
            <a:lvl6pPr>
              <a:defRPr sz="900" b="0">
                <a:solidFill>
                  <a:srgbClr val="5D6873"/>
                </a:solidFill>
              </a:defRPr>
            </a:lvl6pPr>
            <a:lvl7pPr>
              <a:defRPr sz="900" b="0">
                <a:solidFill>
                  <a:srgbClr val="5D6873"/>
                </a:solidFill>
              </a:defRPr>
            </a:lvl7pPr>
            <a:lvl8pPr>
              <a:defRPr sz="900" b="0">
                <a:solidFill>
                  <a:srgbClr val="5D6873"/>
                </a:solidFill>
              </a:defRPr>
            </a:lvl8pPr>
            <a:lvl9pPr>
              <a:defRPr sz="900" b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D6873"/>
                </a:solidFill>
              </a:defRPr>
            </a:pPr>
            <a:r>
              <a:rPr sz="900" b="0">
                <a:solidFill>
                  <a:srgbClr val="5D6873"/>
                </a:solidFill>
              </a:rPr>
              <a:t>Actividad 3   Tecnología Web II   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619F8-E29B-44C3-9BF6-7D0CD7909A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7aa928c714b22"/>
          <a:stretch xmlns:a="http://schemas.openxmlformats.org/drawingml/2006/main"/>
        </p:blipFill>
        <p:spPr>
          <a:xfrm xmlns:a="http://schemas.openxmlformats.org/drawingml/2006/main">
            <a:off x="890334" y="1724025"/>
            <a:ext cx="5972683" cy="3952875"/>
          </a:xfrm>
          <a:prstGeom xmlns:a="http://schemas.openxmlformats.org/drawingml/2006/main" prst="roundRect">
            <a:avLst>
              <a:gd name="adj" fmla="val 289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4D06F-5C63-455F-BA91-FF612E5F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Ventas por mes mediante SUM y agrupación por periodo.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2C20C-3442-4D8C-9103-8B2BDB46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05075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Cinco productos con mayor importe.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D28C0-32C0-43DC-9DFA-B9255F41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57525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Socios con ventas iguales o mayores a Bs 3.000 mediante HAVING.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B003C-86CB-4BF2-A661-19BB4EA8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09975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Productos sin ventas mediante LEFT JOIN.</a:t>
            </a:r>
          </a:p>
        </p:txBody>
      </p:sp>
    </p:spTree>
    <p:extLst>
      <p:ext uri="{BB962C8B-B14F-4D97-AF65-F5344CB8AC3E}">
        <p14:creationId xmlns:p14="http://schemas.microsoft.com/office/powerpoint/2010/main" val="3283440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FAE4A-6031-4D91-82E2-0F32D34E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00"/>
          </a:solidFill>
          <a:ln xmlns:a="http://schemas.openxmlformats.org/drawingml/2006/main" w="0">
            <a:solidFill>
              <a:srgbClr val="B85A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77E53-6EC1-4A98-A0F7-3FCF290D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  <a:lvl1pPr>
              <a:defRPr sz="1425" b="1">
                <a:solidFill>
                  <a:srgbClr val="FFFFFF"/>
                </a:solidFill>
              </a:defRPr>
            </a:lvl1pPr>
            <a:lvl2pPr>
              <a:defRPr sz="1425" b="1">
                <a:solidFill>
                  <a:srgbClr val="FFFFFF"/>
                </a:solidFill>
              </a:defRPr>
            </a:lvl2pPr>
            <a:lvl3pPr>
              <a:defRPr sz="1425" b="1">
                <a:solidFill>
                  <a:srgbClr val="FFFFFF"/>
                </a:solidFill>
              </a:defRPr>
            </a:lvl3pPr>
            <a:lvl4pPr>
              <a:defRPr sz="1425" b="1">
                <a:solidFill>
                  <a:srgbClr val="FFFFFF"/>
                </a:solidFill>
              </a:defRPr>
            </a:lvl4pPr>
            <a:lvl5pPr>
              <a:defRPr sz="1425" b="1">
                <a:solidFill>
                  <a:srgbClr val="FFFFFF"/>
                </a:solidFill>
              </a:defRPr>
            </a:lvl5pPr>
            <a:lvl6pPr>
              <a:defRPr sz="1425" b="1">
                <a:solidFill>
                  <a:srgbClr val="FFFFFF"/>
                </a:solidFill>
              </a:defRPr>
            </a:lvl6pPr>
            <a:lvl7pPr>
              <a:defRPr sz="1425" b="1">
                <a:solidFill>
                  <a:srgbClr val="FFFFFF"/>
                </a:solidFill>
              </a:defRPr>
            </a:lvl7pPr>
            <a:lvl8pPr>
              <a:defRPr sz="1425" b="1">
                <a:solidFill>
                  <a:srgbClr val="FFFFFF"/>
                </a:solidFill>
              </a:defRPr>
            </a:lvl8pPr>
            <a:lvl9pPr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737E5-556D-4A67-B218-3390448C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B2A3A"/>
                </a:solidFill>
              </a:defRPr>
            </a:defPPr>
            <a:lvl1pPr>
              <a:defRPr sz="2400" b="1">
                <a:solidFill>
                  <a:srgbClr val="1B2A3A"/>
                </a:solidFill>
              </a:defRPr>
            </a:lvl1pPr>
            <a:lvl2pPr>
              <a:defRPr sz="2400" b="1">
                <a:solidFill>
                  <a:srgbClr val="1B2A3A"/>
                </a:solidFill>
              </a:defRPr>
            </a:lvl2pPr>
            <a:lvl3pPr>
              <a:defRPr sz="2400" b="1">
                <a:solidFill>
                  <a:srgbClr val="1B2A3A"/>
                </a:solidFill>
              </a:defRPr>
            </a:lvl3pPr>
            <a:lvl4pPr>
              <a:defRPr sz="2400" b="1">
                <a:solidFill>
                  <a:srgbClr val="1B2A3A"/>
                </a:solidFill>
              </a:defRPr>
            </a:lvl4pPr>
            <a:lvl5pPr>
              <a:defRPr sz="2400" b="1">
                <a:solidFill>
                  <a:srgbClr val="1B2A3A"/>
                </a:solidFill>
              </a:defRPr>
            </a:lvl5pPr>
            <a:lvl6pPr>
              <a:defRPr sz="2400" b="1">
                <a:solidFill>
                  <a:srgbClr val="1B2A3A"/>
                </a:solidFill>
              </a:defRPr>
            </a:lvl6pPr>
            <a:lvl7pPr>
              <a:defRPr sz="2400" b="1">
                <a:solidFill>
                  <a:srgbClr val="1B2A3A"/>
                </a:solidFill>
              </a:defRPr>
            </a:lvl7pPr>
            <a:lvl8pPr>
              <a:defRPr sz="2400" b="1">
                <a:solidFill>
                  <a:srgbClr val="1B2A3A"/>
                </a:solidFill>
              </a:defRPr>
            </a:lvl8pPr>
            <a:lvl9pPr>
              <a:defRPr sz="2400" b="1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B2A3A"/>
                </a:solidFill>
              </a:defRPr>
            </a:pPr>
            <a:r>
              <a:rPr sz="2400" b="1">
                <a:solidFill>
                  <a:srgbClr val="1B2A3A"/>
                </a:solidFill>
              </a:rPr>
              <a:t>Exportación CSV segura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DBD4A-182A-4527-AF82-E671CEE3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D6873"/>
                </a:solidFill>
              </a:defRPr>
            </a:defPPr>
            <a:lvl1pPr>
              <a:defRPr sz="900" b="0">
                <a:solidFill>
                  <a:srgbClr val="5D6873"/>
                </a:solidFill>
              </a:defRPr>
            </a:lvl1pPr>
            <a:lvl2pPr>
              <a:defRPr sz="900" b="0">
                <a:solidFill>
                  <a:srgbClr val="5D6873"/>
                </a:solidFill>
              </a:defRPr>
            </a:lvl2pPr>
            <a:lvl3pPr>
              <a:defRPr sz="900" b="0">
                <a:solidFill>
                  <a:srgbClr val="5D6873"/>
                </a:solidFill>
              </a:defRPr>
            </a:lvl3pPr>
            <a:lvl4pPr>
              <a:defRPr sz="900" b="0">
                <a:solidFill>
                  <a:srgbClr val="5D6873"/>
                </a:solidFill>
              </a:defRPr>
            </a:lvl4pPr>
            <a:lvl5pPr>
              <a:defRPr sz="900" b="0">
                <a:solidFill>
                  <a:srgbClr val="5D6873"/>
                </a:solidFill>
              </a:defRPr>
            </a:lvl5pPr>
            <a:lvl6pPr>
              <a:defRPr sz="900" b="0">
                <a:solidFill>
                  <a:srgbClr val="5D6873"/>
                </a:solidFill>
              </a:defRPr>
            </a:lvl6pPr>
            <a:lvl7pPr>
              <a:defRPr sz="900" b="0">
                <a:solidFill>
                  <a:srgbClr val="5D6873"/>
                </a:solidFill>
              </a:defRPr>
            </a:lvl7pPr>
            <a:lvl8pPr>
              <a:defRPr sz="900" b="0">
                <a:solidFill>
                  <a:srgbClr val="5D6873"/>
                </a:solidFill>
              </a:defRPr>
            </a:lvl8pPr>
            <a:lvl9pPr>
              <a:defRPr sz="900" b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D6873"/>
                </a:solidFill>
              </a:defRPr>
            </a:pPr>
            <a:r>
              <a:rPr sz="900" b="0">
                <a:solidFill>
                  <a:srgbClr val="5D6873"/>
                </a:solidFill>
              </a:rPr>
              <a:t>Actividad 3   Tecnología Web II  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787A4-5236-44B5-92A5-308F7A80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0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B2A3A"/>
                </a:solidFill>
              </a:defRPr>
            </a:defPPr>
            <a:lvl1pPr>
              <a:defRPr sz="1500" b="0">
                <a:solidFill>
                  <a:srgbClr val="1B2A3A"/>
                </a:solidFill>
              </a:defRPr>
            </a:lvl1pPr>
            <a:lvl2pPr>
              <a:defRPr sz="1500" b="0">
                <a:solidFill>
                  <a:srgbClr val="1B2A3A"/>
                </a:solidFill>
              </a:defRPr>
            </a:lvl2pPr>
            <a:lvl3pPr>
              <a:defRPr sz="1500" b="0">
                <a:solidFill>
                  <a:srgbClr val="1B2A3A"/>
                </a:solidFill>
              </a:defRPr>
            </a:lvl3pPr>
            <a:lvl4pPr>
              <a:defRPr sz="1500" b="0">
                <a:solidFill>
                  <a:srgbClr val="1B2A3A"/>
                </a:solidFill>
              </a:defRPr>
            </a:lvl4pPr>
            <a:lvl5pPr>
              <a:defRPr sz="1500" b="0">
                <a:solidFill>
                  <a:srgbClr val="1B2A3A"/>
                </a:solidFill>
              </a:defRPr>
            </a:lvl5pPr>
            <a:lvl6pPr>
              <a:defRPr sz="1500" b="0">
                <a:solidFill>
                  <a:srgbClr val="1B2A3A"/>
                </a:solidFill>
              </a:defRPr>
            </a:lvl6pPr>
            <a:lvl7pPr>
              <a:defRPr sz="1500" b="0">
                <a:solidFill>
                  <a:srgbClr val="1B2A3A"/>
                </a:solidFill>
              </a:defRPr>
            </a:lvl7pPr>
            <a:lvl8pPr>
              <a:defRPr sz="1500" b="0">
                <a:solidFill>
                  <a:srgbClr val="1B2A3A"/>
                </a:solidFill>
              </a:defRPr>
            </a:lvl8pPr>
            <a:lvl9pPr>
              <a:defRPr sz="1500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B2A3A"/>
                </a:solidFill>
              </a:defRPr>
            </a:pPr>
            <a:r>
              <a:rPr sz="1500" b="0">
                <a:solidFill>
                  <a:srgbClr val="1B2A3A"/>
                </a:solidFill>
              </a:rPr>
              <a:t>•  La exportación usa UTF 8 con BOM y separador compatible con Excel.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097E8-EBAD-44CF-9C7A-9BAC74D9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0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B2A3A"/>
                </a:solidFill>
              </a:defRPr>
            </a:defPPr>
            <a:lvl1pPr>
              <a:defRPr sz="1500" b="0">
                <a:solidFill>
                  <a:srgbClr val="1B2A3A"/>
                </a:solidFill>
              </a:defRPr>
            </a:lvl1pPr>
            <a:lvl2pPr>
              <a:defRPr sz="1500" b="0">
                <a:solidFill>
                  <a:srgbClr val="1B2A3A"/>
                </a:solidFill>
              </a:defRPr>
            </a:lvl2pPr>
            <a:lvl3pPr>
              <a:defRPr sz="1500" b="0">
                <a:solidFill>
                  <a:srgbClr val="1B2A3A"/>
                </a:solidFill>
              </a:defRPr>
            </a:lvl3pPr>
            <a:lvl4pPr>
              <a:defRPr sz="1500" b="0">
                <a:solidFill>
                  <a:srgbClr val="1B2A3A"/>
                </a:solidFill>
              </a:defRPr>
            </a:lvl4pPr>
            <a:lvl5pPr>
              <a:defRPr sz="1500" b="0">
                <a:solidFill>
                  <a:srgbClr val="1B2A3A"/>
                </a:solidFill>
              </a:defRPr>
            </a:lvl5pPr>
            <a:lvl6pPr>
              <a:defRPr sz="1500" b="0">
                <a:solidFill>
                  <a:srgbClr val="1B2A3A"/>
                </a:solidFill>
              </a:defRPr>
            </a:lvl6pPr>
            <a:lvl7pPr>
              <a:defRPr sz="1500" b="0">
                <a:solidFill>
                  <a:srgbClr val="1B2A3A"/>
                </a:solidFill>
              </a:defRPr>
            </a:lvl7pPr>
            <a:lvl8pPr>
              <a:defRPr sz="1500" b="0">
                <a:solidFill>
                  <a:srgbClr val="1B2A3A"/>
                </a:solidFill>
              </a:defRPr>
            </a:lvl8pPr>
            <a:lvl9pPr>
              <a:defRPr sz="1500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B2A3A"/>
                </a:solidFill>
              </a:defRPr>
            </a:pPr>
            <a:r>
              <a:rPr sz="1500" b="0">
                <a:solidFill>
                  <a:srgbClr val="1B2A3A"/>
                </a:solidFill>
              </a:rPr>
              <a:t>•  Cada fila representa un detalle de venta y conserva importes numéricos.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F38A7-E4D2-483B-BBF6-EB7C9018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00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B2A3A"/>
                </a:solidFill>
              </a:defRPr>
            </a:defPPr>
            <a:lvl1pPr>
              <a:defRPr sz="1500" b="0">
                <a:solidFill>
                  <a:srgbClr val="1B2A3A"/>
                </a:solidFill>
              </a:defRPr>
            </a:lvl1pPr>
            <a:lvl2pPr>
              <a:defRPr sz="1500" b="0">
                <a:solidFill>
                  <a:srgbClr val="1B2A3A"/>
                </a:solidFill>
              </a:defRPr>
            </a:lvl2pPr>
            <a:lvl3pPr>
              <a:defRPr sz="1500" b="0">
                <a:solidFill>
                  <a:srgbClr val="1B2A3A"/>
                </a:solidFill>
              </a:defRPr>
            </a:lvl3pPr>
            <a:lvl4pPr>
              <a:defRPr sz="1500" b="0">
                <a:solidFill>
                  <a:srgbClr val="1B2A3A"/>
                </a:solidFill>
              </a:defRPr>
            </a:lvl4pPr>
            <a:lvl5pPr>
              <a:defRPr sz="1500" b="0">
                <a:solidFill>
                  <a:srgbClr val="1B2A3A"/>
                </a:solidFill>
              </a:defRPr>
            </a:lvl5pPr>
            <a:lvl6pPr>
              <a:defRPr sz="1500" b="0">
                <a:solidFill>
                  <a:srgbClr val="1B2A3A"/>
                </a:solidFill>
              </a:defRPr>
            </a:lvl6pPr>
            <a:lvl7pPr>
              <a:defRPr sz="1500" b="0">
                <a:solidFill>
                  <a:srgbClr val="1B2A3A"/>
                </a:solidFill>
              </a:defRPr>
            </a:lvl7pPr>
            <a:lvl8pPr>
              <a:defRPr sz="1500" b="0">
                <a:solidFill>
                  <a:srgbClr val="1B2A3A"/>
                </a:solidFill>
              </a:defRPr>
            </a:lvl8pPr>
            <a:lvl9pPr>
              <a:defRPr sz="1500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B2A3A"/>
                </a:solidFill>
              </a:defRPr>
            </a:pPr>
            <a:r>
              <a:rPr sz="1500" b="0">
                <a:solidFill>
                  <a:srgbClr val="1B2A3A"/>
                </a:solidFill>
              </a:rPr>
              <a:t>•  Los valores que comienzan con =, +, - o @ se neutralizan antes de exportarse.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FBFB2-D74D-4E6D-89E5-98CD3CF7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00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B2A3A"/>
                </a:solidFill>
              </a:defRPr>
            </a:defPPr>
            <a:lvl1pPr>
              <a:defRPr sz="1500" b="0">
                <a:solidFill>
                  <a:srgbClr val="1B2A3A"/>
                </a:solidFill>
              </a:defRPr>
            </a:lvl1pPr>
            <a:lvl2pPr>
              <a:defRPr sz="1500" b="0">
                <a:solidFill>
                  <a:srgbClr val="1B2A3A"/>
                </a:solidFill>
              </a:defRPr>
            </a:lvl2pPr>
            <a:lvl3pPr>
              <a:defRPr sz="1500" b="0">
                <a:solidFill>
                  <a:srgbClr val="1B2A3A"/>
                </a:solidFill>
              </a:defRPr>
            </a:lvl3pPr>
            <a:lvl4pPr>
              <a:defRPr sz="1500" b="0">
                <a:solidFill>
                  <a:srgbClr val="1B2A3A"/>
                </a:solidFill>
              </a:defRPr>
            </a:lvl4pPr>
            <a:lvl5pPr>
              <a:defRPr sz="1500" b="0">
                <a:solidFill>
                  <a:srgbClr val="1B2A3A"/>
                </a:solidFill>
              </a:defRPr>
            </a:lvl5pPr>
            <a:lvl6pPr>
              <a:defRPr sz="1500" b="0">
                <a:solidFill>
                  <a:srgbClr val="1B2A3A"/>
                </a:solidFill>
              </a:defRPr>
            </a:lvl6pPr>
            <a:lvl7pPr>
              <a:defRPr sz="1500" b="0">
                <a:solidFill>
                  <a:srgbClr val="1B2A3A"/>
                </a:solidFill>
              </a:defRPr>
            </a:lvl7pPr>
            <a:lvl8pPr>
              <a:defRPr sz="1500" b="0">
                <a:solidFill>
                  <a:srgbClr val="1B2A3A"/>
                </a:solidFill>
              </a:defRPr>
            </a:lvl8pPr>
            <a:lvl9pPr>
              <a:defRPr sz="1500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B2A3A"/>
                </a:solidFill>
              </a:defRPr>
            </a:pPr>
            <a:r>
              <a:rPr sz="1500" b="0">
                <a:solidFill>
                  <a:srgbClr val="1B2A3A"/>
                </a:solidFill>
              </a:rPr>
              <a:t>•  Solo el administrador puede descargar el detalle.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AAB92-E752-4F78-8136-C742E068CC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5ab509bd24c5f"/>
          <a:stretch xmlns:a="http://schemas.openxmlformats.org/drawingml/2006/main"/>
        </p:blipFill>
        <p:spPr>
          <a:xfrm xmlns:a="http://schemas.openxmlformats.org/drawingml/2006/main">
            <a:off x="6000750" y="2025171"/>
            <a:ext cx="5429250" cy="2864808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</p:spTree>
    <p:extLst>
      <p:ext uri="{BB962C8B-B14F-4D97-AF65-F5344CB8AC3E}">
        <p14:creationId xmlns:p14="http://schemas.microsoft.com/office/powerpoint/2010/main" val="1667738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95121-1DAD-4B47-BD1A-00E3B067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00"/>
          </a:solidFill>
          <a:ln xmlns:a="http://schemas.openxmlformats.org/drawingml/2006/main" w="0">
            <a:solidFill>
              <a:srgbClr val="B85A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7EA54-E67F-4E46-933A-FE05226B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  <a:lvl1pPr>
              <a:defRPr sz="1425" b="1">
                <a:solidFill>
                  <a:srgbClr val="FFFFFF"/>
                </a:solidFill>
              </a:defRPr>
            </a:lvl1pPr>
            <a:lvl2pPr>
              <a:defRPr sz="1425" b="1">
                <a:solidFill>
                  <a:srgbClr val="FFFFFF"/>
                </a:solidFill>
              </a:defRPr>
            </a:lvl2pPr>
            <a:lvl3pPr>
              <a:defRPr sz="1425" b="1">
                <a:solidFill>
                  <a:srgbClr val="FFFFFF"/>
                </a:solidFill>
              </a:defRPr>
            </a:lvl3pPr>
            <a:lvl4pPr>
              <a:defRPr sz="1425" b="1">
                <a:solidFill>
                  <a:srgbClr val="FFFFFF"/>
                </a:solidFill>
              </a:defRPr>
            </a:lvl4pPr>
            <a:lvl5pPr>
              <a:defRPr sz="1425" b="1">
                <a:solidFill>
                  <a:srgbClr val="FFFFFF"/>
                </a:solidFill>
              </a:defRPr>
            </a:lvl5pPr>
            <a:lvl6pPr>
              <a:defRPr sz="1425" b="1">
                <a:solidFill>
                  <a:srgbClr val="FFFFFF"/>
                </a:solidFill>
              </a:defRPr>
            </a:lvl6pPr>
            <a:lvl7pPr>
              <a:defRPr sz="1425" b="1">
                <a:solidFill>
                  <a:srgbClr val="FFFFFF"/>
                </a:solidFill>
              </a:defRPr>
            </a:lvl7pPr>
            <a:lvl8pPr>
              <a:defRPr sz="1425" b="1">
                <a:solidFill>
                  <a:srgbClr val="FFFFFF"/>
                </a:solidFill>
              </a:defRPr>
            </a:lvl8pPr>
            <a:lvl9pPr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CC587-DD77-4BE0-A262-22B1C2AF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B2A3A"/>
                </a:solidFill>
              </a:defRPr>
            </a:defPPr>
            <a:lvl1pPr>
              <a:defRPr sz="2400" b="1">
                <a:solidFill>
                  <a:srgbClr val="1B2A3A"/>
                </a:solidFill>
              </a:defRPr>
            </a:lvl1pPr>
            <a:lvl2pPr>
              <a:defRPr sz="2400" b="1">
                <a:solidFill>
                  <a:srgbClr val="1B2A3A"/>
                </a:solidFill>
              </a:defRPr>
            </a:lvl2pPr>
            <a:lvl3pPr>
              <a:defRPr sz="2400" b="1">
                <a:solidFill>
                  <a:srgbClr val="1B2A3A"/>
                </a:solidFill>
              </a:defRPr>
            </a:lvl3pPr>
            <a:lvl4pPr>
              <a:defRPr sz="2400" b="1">
                <a:solidFill>
                  <a:srgbClr val="1B2A3A"/>
                </a:solidFill>
              </a:defRPr>
            </a:lvl4pPr>
            <a:lvl5pPr>
              <a:defRPr sz="2400" b="1">
                <a:solidFill>
                  <a:srgbClr val="1B2A3A"/>
                </a:solidFill>
              </a:defRPr>
            </a:lvl5pPr>
            <a:lvl6pPr>
              <a:defRPr sz="2400" b="1">
                <a:solidFill>
                  <a:srgbClr val="1B2A3A"/>
                </a:solidFill>
              </a:defRPr>
            </a:lvl6pPr>
            <a:lvl7pPr>
              <a:defRPr sz="2400" b="1">
                <a:solidFill>
                  <a:srgbClr val="1B2A3A"/>
                </a:solidFill>
              </a:defRPr>
            </a:lvl7pPr>
            <a:lvl8pPr>
              <a:defRPr sz="2400" b="1">
                <a:solidFill>
                  <a:srgbClr val="1B2A3A"/>
                </a:solidFill>
              </a:defRPr>
            </a:lvl8pPr>
            <a:lvl9pPr>
              <a:defRPr sz="2400" b="1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B2A3A"/>
                </a:solidFill>
              </a:defRPr>
            </a:pPr>
            <a:r>
              <a:rPr sz="2400" b="1">
                <a:solidFill>
                  <a:srgbClr val="1B2A3A"/>
                </a:solidFill>
              </a:rPr>
              <a:t>Pruebas y evidencias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DB8C3-0929-4449-8E4C-F998FB14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D6873"/>
                </a:solidFill>
              </a:defRPr>
            </a:defPPr>
            <a:lvl1pPr>
              <a:defRPr sz="900" b="0">
                <a:solidFill>
                  <a:srgbClr val="5D6873"/>
                </a:solidFill>
              </a:defRPr>
            </a:lvl1pPr>
            <a:lvl2pPr>
              <a:defRPr sz="900" b="0">
                <a:solidFill>
                  <a:srgbClr val="5D6873"/>
                </a:solidFill>
              </a:defRPr>
            </a:lvl2pPr>
            <a:lvl3pPr>
              <a:defRPr sz="900" b="0">
                <a:solidFill>
                  <a:srgbClr val="5D6873"/>
                </a:solidFill>
              </a:defRPr>
            </a:lvl3pPr>
            <a:lvl4pPr>
              <a:defRPr sz="900" b="0">
                <a:solidFill>
                  <a:srgbClr val="5D6873"/>
                </a:solidFill>
              </a:defRPr>
            </a:lvl4pPr>
            <a:lvl5pPr>
              <a:defRPr sz="900" b="0">
                <a:solidFill>
                  <a:srgbClr val="5D6873"/>
                </a:solidFill>
              </a:defRPr>
            </a:lvl5pPr>
            <a:lvl6pPr>
              <a:defRPr sz="900" b="0">
                <a:solidFill>
                  <a:srgbClr val="5D6873"/>
                </a:solidFill>
              </a:defRPr>
            </a:lvl6pPr>
            <a:lvl7pPr>
              <a:defRPr sz="900" b="0">
                <a:solidFill>
                  <a:srgbClr val="5D6873"/>
                </a:solidFill>
              </a:defRPr>
            </a:lvl7pPr>
            <a:lvl8pPr>
              <a:defRPr sz="900" b="0">
                <a:solidFill>
                  <a:srgbClr val="5D6873"/>
                </a:solidFill>
              </a:defRPr>
            </a:lvl8pPr>
            <a:lvl9pPr>
              <a:defRPr sz="900" b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D6873"/>
                </a:solidFill>
              </a:defRPr>
            </a:pPr>
            <a:r>
              <a:rPr sz="900" b="0">
                <a:solidFill>
                  <a:srgbClr val="5D6873"/>
                </a:solidFill>
              </a:rPr>
              <a:t>Actividad 3   Tecnología Web II   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BA3EE-EA94-4237-9D66-AD3562CAD0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fab075642493f"/>
          <a:stretch xmlns:a="http://schemas.openxmlformats.org/drawingml/2006/main"/>
        </p:blipFill>
        <p:spPr>
          <a:xfrm xmlns:a="http://schemas.openxmlformats.org/drawingml/2006/main">
            <a:off x="685800" y="2028274"/>
            <a:ext cx="6191250" cy="3230077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AE6DD-3CB5-4FFC-A60B-EF783BB6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B85A00"/>
                </a:solidFill>
              </a:defRPr>
            </a:defPPr>
            <a:lvl1pPr>
              <a:defRPr sz="1875" b="1">
                <a:solidFill>
                  <a:srgbClr val="B85A00"/>
                </a:solidFill>
              </a:defRPr>
            </a:lvl1pPr>
            <a:lvl2pPr>
              <a:defRPr sz="1875" b="1">
                <a:solidFill>
                  <a:srgbClr val="B85A00"/>
                </a:solidFill>
              </a:defRPr>
            </a:lvl2pPr>
            <a:lvl3pPr>
              <a:defRPr sz="1875" b="1">
                <a:solidFill>
                  <a:srgbClr val="B85A00"/>
                </a:solidFill>
              </a:defRPr>
            </a:lvl3pPr>
            <a:lvl4pPr>
              <a:defRPr sz="1875" b="1">
                <a:solidFill>
                  <a:srgbClr val="B85A00"/>
                </a:solidFill>
              </a:defRPr>
            </a:lvl4pPr>
            <a:lvl5pPr>
              <a:defRPr sz="1875" b="1">
                <a:solidFill>
                  <a:srgbClr val="B85A00"/>
                </a:solidFill>
              </a:defRPr>
            </a:lvl5pPr>
            <a:lvl6pPr>
              <a:defRPr sz="1875" b="1">
                <a:solidFill>
                  <a:srgbClr val="B85A00"/>
                </a:solidFill>
              </a:defRPr>
            </a:lvl6pPr>
            <a:lvl7pPr>
              <a:defRPr sz="1875" b="1">
                <a:solidFill>
                  <a:srgbClr val="B85A00"/>
                </a:solidFill>
              </a:defRPr>
            </a:lvl7pPr>
            <a:lvl8pPr>
              <a:defRPr sz="1875" b="1">
                <a:solidFill>
                  <a:srgbClr val="B85A00"/>
                </a:solidFill>
              </a:defRPr>
            </a:lvl8pPr>
            <a:lvl9pPr>
              <a:defRPr sz="1875" b="1">
                <a:solidFill>
                  <a:srgbClr val="B85A0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85A00"/>
                </a:solidFill>
              </a:defRPr>
            </a:pPr>
            <a:r>
              <a:rPr sz="1875" b="1">
                <a:solidFill>
                  <a:srgbClr val="B85A00"/>
                </a:solidFill>
              </a:rPr>
              <a:t>Resultados comprobados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0B2DC-9A88-4B7B-BDEC-E8DBD93C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146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Lab 10: 15 de 15 comprobaciones.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0F27C-1F98-4E73-A9FB-D6FDCC91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670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Lab 11: 15 de 15 comprobaciones.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3769F-72D4-421D-8D95-F306520F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195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El operador recibe 403 al consultar reportes y CSV.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19104-70D0-41F4-89E1-DE382F6B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B2A3A"/>
                </a:solidFill>
              </a:defRPr>
            </a:defPPr>
            <a:lvl1pPr>
              <a:defRPr sz="1425" b="0">
                <a:solidFill>
                  <a:srgbClr val="1B2A3A"/>
                </a:solidFill>
              </a:defRPr>
            </a:lvl1pPr>
            <a:lvl2pPr>
              <a:defRPr sz="1425" b="0">
                <a:solidFill>
                  <a:srgbClr val="1B2A3A"/>
                </a:solidFill>
              </a:defRPr>
            </a:lvl2pPr>
            <a:lvl3pPr>
              <a:defRPr sz="1425" b="0">
                <a:solidFill>
                  <a:srgbClr val="1B2A3A"/>
                </a:solidFill>
              </a:defRPr>
            </a:lvl3pPr>
            <a:lvl4pPr>
              <a:defRPr sz="1425" b="0">
                <a:solidFill>
                  <a:srgbClr val="1B2A3A"/>
                </a:solidFill>
              </a:defRPr>
            </a:lvl4pPr>
            <a:lvl5pPr>
              <a:defRPr sz="1425" b="0">
                <a:solidFill>
                  <a:srgbClr val="1B2A3A"/>
                </a:solidFill>
              </a:defRPr>
            </a:lvl5pPr>
            <a:lvl6pPr>
              <a:defRPr sz="1425" b="0">
                <a:solidFill>
                  <a:srgbClr val="1B2A3A"/>
                </a:solidFill>
              </a:defRPr>
            </a:lvl6pPr>
            <a:lvl7pPr>
              <a:defRPr sz="1425" b="0">
                <a:solidFill>
                  <a:srgbClr val="1B2A3A"/>
                </a:solidFill>
              </a:defRPr>
            </a:lvl7pPr>
            <a:lvl8pPr>
              <a:defRPr sz="1425" b="0">
                <a:solidFill>
                  <a:srgbClr val="1B2A3A"/>
                </a:solidFill>
              </a:defRPr>
            </a:lvl8pPr>
            <a:lvl9pPr>
              <a:defRPr sz="14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B2A3A"/>
                </a:solidFill>
              </a:defRPr>
            </a:pPr>
            <a:r>
              <a:rPr sz="1425" b="0">
                <a:solidFill>
                  <a:srgbClr val="1B2A3A"/>
                </a:solidFill>
              </a:rPr>
              <a:t>•  El administrador visualiza reportes y descarga el archivo CSV.</a:t>
            </a:r>
          </a:p>
        </p:txBody>
      </p:sp>
    </p:spTree>
    <p:extLst>
      <p:ext uri="{BB962C8B-B14F-4D97-AF65-F5344CB8AC3E}">
        <p14:creationId xmlns:p14="http://schemas.microsoft.com/office/powerpoint/2010/main" val="1147695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BDEB7-D516-415F-BD9A-DDF3E3AC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00"/>
          </a:solidFill>
          <a:ln xmlns:a="http://schemas.openxmlformats.org/drawingml/2006/main" w="0">
            <a:solidFill>
              <a:srgbClr val="B85A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5546A-8E43-4428-9E15-9A77C4C9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  <a:lvl1pPr>
              <a:defRPr sz="1425" b="1">
                <a:solidFill>
                  <a:srgbClr val="FFFFFF"/>
                </a:solidFill>
              </a:defRPr>
            </a:lvl1pPr>
            <a:lvl2pPr>
              <a:defRPr sz="1425" b="1">
                <a:solidFill>
                  <a:srgbClr val="FFFFFF"/>
                </a:solidFill>
              </a:defRPr>
            </a:lvl2pPr>
            <a:lvl3pPr>
              <a:defRPr sz="1425" b="1">
                <a:solidFill>
                  <a:srgbClr val="FFFFFF"/>
                </a:solidFill>
              </a:defRPr>
            </a:lvl3pPr>
            <a:lvl4pPr>
              <a:defRPr sz="1425" b="1">
                <a:solidFill>
                  <a:srgbClr val="FFFFFF"/>
                </a:solidFill>
              </a:defRPr>
            </a:lvl4pPr>
            <a:lvl5pPr>
              <a:defRPr sz="1425" b="1">
                <a:solidFill>
                  <a:srgbClr val="FFFFFF"/>
                </a:solidFill>
              </a:defRPr>
            </a:lvl5pPr>
            <a:lvl6pPr>
              <a:defRPr sz="1425" b="1">
                <a:solidFill>
                  <a:srgbClr val="FFFFFF"/>
                </a:solidFill>
              </a:defRPr>
            </a:lvl6pPr>
            <a:lvl7pPr>
              <a:defRPr sz="1425" b="1">
                <a:solidFill>
                  <a:srgbClr val="FFFFFF"/>
                </a:solidFill>
              </a:defRPr>
            </a:lvl7pPr>
            <a:lvl8pPr>
              <a:defRPr sz="1425" b="1">
                <a:solidFill>
                  <a:srgbClr val="FFFFFF"/>
                </a:solidFill>
              </a:defRPr>
            </a:lvl8pPr>
            <a:lvl9pPr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BD60F-B9AF-4FAC-A828-0DF32BA5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B2A3A"/>
                </a:solidFill>
              </a:defRPr>
            </a:defPPr>
            <a:lvl1pPr>
              <a:defRPr sz="2400" b="1">
                <a:solidFill>
                  <a:srgbClr val="1B2A3A"/>
                </a:solidFill>
              </a:defRPr>
            </a:lvl1pPr>
            <a:lvl2pPr>
              <a:defRPr sz="2400" b="1">
                <a:solidFill>
                  <a:srgbClr val="1B2A3A"/>
                </a:solidFill>
              </a:defRPr>
            </a:lvl2pPr>
            <a:lvl3pPr>
              <a:defRPr sz="2400" b="1">
                <a:solidFill>
                  <a:srgbClr val="1B2A3A"/>
                </a:solidFill>
              </a:defRPr>
            </a:lvl3pPr>
            <a:lvl4pPr>
              <a:defRPr sz="2400" b="1">
                <a:solidFill>
                  <a:srgbClr val="1B2A3A"/>
                </a:solidFill>
              </a:defRPr>
            </a:lvl4pPr>
            <a:lvl5pPr>
              <a:defRPr sz="2400" b="1">
                <a:solidFill>
                  <a:srgbClr val="1B2A3A"/>
                </a:solidFill>
              </a:defRPr>
            </a:lvl5pPr>
            <a:lvl6pPr>
              <a:defRPr sz="2400" b="1">
                <a:solidFill>
                  <a:srgbClr val="1B2A3A"/>
                </a:solidFill>
              </a:defRPr>
            </a:lvl6pPr>
            <a:lvl7pPr>
              <a:defRPr sz="2400" b="1">
                <a:solidFill>
                  <a:srgbClr val="1B2A3A"/>
                </a:solidFill>
              </a:defRPr>
            </a:lvl7pPr>
            <a:lvl8pPr>
              <a:defRPr sz="2400" b="1">
                <a:solidFill>
                  <a:srgbClr val="1B2A3A"/>
                </a:solidFill>
              </a:defRPr>
            </a:lvl8pPr>
            <a:lvl9pPr>
              <a:defRPr sz="2400" b="1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B2A3A"/>
                </a:solidFill>
              </a:defRPr>
            </a:pPr>
            <a:r>
              <a:rPr sz="2400" b="1">
                <a:solidFill>
                  <a:srgbClr val="1B2A3A"/>
                </a:solidFill>
              </a:rPr>
              <a:t>Conclusiones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937EA-4739-4EE7-A574-FD374185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D6873"/>
                </a:solidFill>
              </a:defRPr>
            </a:defPPr>
            <a:lvl1pPr>
              <a:defRPr sz="900" b="0">
                <a:solidFill>
                  <a:srgbClr val="5D6873"/>
                </a:solidFill>
              </a:defRPr>
            </a:lvl1pPr>
            <a:lvl2pPr>
              <a:defRPr sz="900" b="0">
                <a:solidFill>
                  <a:srgbClr val="5D6873"/>
                </a:solidFill>
              </a:defRPr>
            </a:lvl2pPr>
            <a:lvl3pPr>
              <a:defRPr sz="900" b="0">
                <a:solidFill>
                  <a:srgbClr val="5D6873"/>
                </a:solidFill>
              </a:defRPr>
            </a:lvl3pPr>
            <a:lvl4pPr>
              <a:defRPr sz="900" b="0">
                <a:solidFill>
                  <a:srgbClr val="5D6873"/>
                </a:solidFill>
              </a:defRPr>
            </a:lvl4pPr>
            <a:lvl5pPr>
              <a:defRPr sz="900" b="0">
                <a:solidFill>
                  <a:srgbClr val="5D6873"/>
                </a:solidFill>
              </a:defRPr>
            </a:lvl5pPr>
            <a:lvl6pPr>
              <a:defRPr sz="900" b="0">
                <a:solidFill>
                  <a:srgbClr val="5D6873"/>
                </a:solidFill>
              </a:defRPr>
            </a:lvl6pPr>
            <a:lvl7pPr>
              <a:defRPr sz="900" b="0">
                <a:solidFill>
                  <a:srgbClr val="5D6873"/>
                </a:solidFill>
              </a:defRPr>
            </a:lvl7pPr>
            <a:lvl8pPr>
              <a:defRPr sz="900" b="0">
                <a:solidFill>
                  <a:srgbClr val="5D6873"/>
                </a:solidFill>
              </a:defRPr>
            </a:lvl8pPr>
            <a:lvl9pPr>
              <a:defRPr sz="900" b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D6873"/>
                </a:solidFill>
              </a:defRPr>
            </a:pPr>
            <a:r>
              <a:rPr sz="900" b="0">
                <a:solidFill>
                  <a:srgbClr val="5D6873"/>
                </a:solidFill>
              </a:rPr>
              <a:t>Actividad 3   Tecnología Web II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C6483-FCB1-45E4-95F7-FAD0B771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B85A00"/>
                </a:solidFill>
              </a:defRPr>
            </a:defPPr>
            <a:lvl1pPr>
              <a:defRPr sz="2100" b="1">
                <a:solidFill>
                  <a:srgbClr val="B85A00"/>
                </a:solidFill>
              </a:defRPr>
            </a:lvl1pPr>
            <a:lvl2pPr>
              <a:defRPr sz="2100" b="1">
                <a:solidFill>
                  <a:srgbClr val="B85A00"/>
                </a:solidFill>
              </a:defRPr>
            </a:lvl2pPr>
            <a:lvl3pPr>
              <a:defRPr sz="2100" b="1">
                <a:solidFill>
                  <a:srgbClr val="B85A00"/>
                </a:solidFill>
              </a:defRPr>
            </a:lvl3pPr>
            <a:lvl4pPr>
              <a:defRPr sz="2100" b="1">
                <a:solidFill>
                  <a:srgbClr val="B85A00"/>
                </a:solidFill>
              </a:defRPr>
            </a:lvl4pPr>
            <a:lvl5pPr>
              <a:defRPr sz="2100" b="1">
                <a:solidFill>
                  <a:srgbClr val="B85A00"/>
                </a:solidFill>
              </a:defRPr>
            </a:lvl5pPr>
            <a:lvl6pPr>
              <a:defRPr sz="2100" b="1">
                <a:solidFill>
                  <a:srgbClr val="B85A00"/>
                </a:solidFill>
              </a:defRPr>
            </a:lvl6pPr>
            <a:lvl7pPr>
              <a:defRPr sz="2100" b="1">
                <a:solidFill>
                  <a:srgbClr val="B85A00"/>
                </a:solidFill>
              </a:defRPr>
            </a:lvl7pPr>
            <a:lvl8pPr>
              <a:defRPr sz="2100" b="1">
                <a:solidFill>
                  <a:srgbClr val="B85A00"/>
                </a:solidFill>
              </a:defRPr>
            </a:lvl8pPr>
            <a:lvl9pPr>
              <a:defRPr sz="2100" b="1">
                <a:solidFill>
                  <a:srgbClr val="B85A0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5A00"/>
                </a:solidFill>
              </a:defRPr>
            </a:pPr>
            <a:r>
              <a:rPr sz="2100" b="1">
                <a:solidFill>
                  <a:srgbClr val="B85A00"/>
                </a:solidFill>
              </a:rPr>
              <a:t>La Actividad 3 integró controles de seguridad con operaciones consistentes sobre MySQL.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A3D04-2E79-4B97-B781-4A2DD172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B2A3A"/>
                </a:solidFill>
              </a:defRPr>
            </a:defPPr>
            <a:lvl1pPr>
              <a:defRPr sz="1725" b="0">
                <a:solidFill>
                  <a:srgbClr val="1B2A3A"/>
                </a:solidFill>
              </a:defRPr>
            </a:lvl1pPr>
            <a:lvl2pPr>
              <a:defRPr sz="1725" b="0">
                <a:solidFill>
                  <a:srgbClr val="1B2A3A"/>
                </a:solidFill>
              </a:defRPr>
            </a:lvl2pPr>
            <a:lvl3pPr>
              <a:defRPr sz="1725" b="0">
                <a:solidFill>
                  <a:srgbClr val="1B2A3A"/>
                </a:solidFill>
              </a:defRPr>
            </a:lvl3pPr>
            <a:lvl4pPr>
              <a:defRPr sz="1725" b="0">
                <a:solidFill>
                  <a:srgbClr val="1B2A3A"/>
                </a:solidFill>
              </a:defRPr>
            </a:lvl4pPr>
            <a:lvl5pPr>
              <a:defRPr sz="1725" b="0">
                <a:solidFill>
                  <a:srgbClr val="1B2A3A"/>
                </a:solidFill>
              </a:defRPr>
            </a:lvl5pPr>
            <a:lvl6pPr>
              <a:defRPr sz="1725" b="0">
                <a:solidFill>
                  <a:srgbClr val="1B2A3A"/>
                </a:solidFill>
              </a:defRPr>
            </a:lvl6pPr>
            <a:lvl7pPr>
              <a:defRPr sz="1725" b="0">
                <a:solidFill>
                  <a:srgbClr val="1B2A3A"/>
                </a:solidFill>
              </a:defRPr>
            </a:lvl7pPr>
            <a:lvl8pPr>
              <a:defRPr sz="1725" b="0">
                <a:solidFill>
                  <a:srgbClr val="1B2A3A"/>
                </a:solidFill>
              </a:defRPr>
            </a:lvl8pPr>
            <a:lvl9pPr>
              <a:defRPr sz="17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B2A3A"/>
                </a:solidFill>
              </a:defRPr>
            </a:pPr>
            <a:r>
              <a:rPr sz="1725" b="0">
                <a:solidFill>
                  <a:srgbClr val="1B2A3A"/>
                </a:solidFill>
              </a:rPr>
              <a:t>•  Las credenciales, sesiones, permisos y formularios cuentan con controles específicos.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6FD01-9394-4A2D-8A32-6C8EFD83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B2A3A"/>
                </a:solidFill>
              </a:defRPr>
            </a:defPPr>
            <a:lvl1pPr>
              <a:defRPr sz="1725" b="0">
                <a:solidFill>
                  <a:srgbClr val="1B2A3A"/>
                </a:solidFill>
              </a:defRPr>
            </a:lvl1pPr>
            <a:lvl2pPr>
              <a:defRPr sz="1725" b="0">
                <a:solidFill>
                  <a:srgbClr val="1B2A3A"/>
                </a:solidFill>
              </a:defRPr>
            </a:lvl2pPr>
            <a:lvl3pPr>
              <a:defRPr sz="1725" b="0">
                <a:solidFill>
                  <a:srgbClr val="1B2A3A"/>
                </a:solidFill>
              </a:defRPr>
            </a:lvl3pPr>
            <a:lvl4pPr>
              <a:defRPr sz="1725" b="0">
                <a:solidFill>
                  <a:srgbClr val="1B2A3A"/>
                </a:solidFill>
              </a:defRPr>
            </a:lvl4pPr>
            <a:lvl5pPr>
              <a:defRPr sz="1725" b="0">
                <a:solidFill>
                  <a:srgbClr val="1B2A3A"/>
                </a:solidFill>
              </a:defRPr>
            </a:lvl5pPr>
            <a:lvl6pPr>
              <a:defRPr sz="1725" b="0">
                <a:solidFill>
                  <a:srgbClr val="1B2A3A"/>
                </a:solidFill>
              </a:defRPr>
            </a:lvl6pPr>
            <a:lvl7pPr>
              <a:defRPr sz="1725" b="0">
                <a:solidFill>
                  <a:srgbClr val="1B2A3A"/>
                </a:solidFill>
              </a:defRPr>
            </a:lvl7pPr>
            <a:lvl8pPr>
              <a:defRPr sz="1725" b="0">
                <a:solidFill>
                  <a:srgbClr val="1B2A3A"/>
                </a:solidFill>
              </a:defRPr>
            </a:lvl8pPr>
            <a:lvl9pPr>
              <a:defRPr sz="17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B2A3A"/>
                </a:solidFill>
              </a:defRPr>
            </a:pPr>
            <a:r>
              <a:rPr sz="1725" b="0">
                <a:solidFill>
                  <a:srgbClr val="1B2A3A"/>
                </a:solidFill>
              </a:rPr>
              <a:t>•  Las transacciones evitan cambios parciales cuando una venta no cumple las condiciones de stock.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619EF-BDBE-4E69-8C14-81D045C4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B2A3A"/>
                </a:solidFill>
              </a:defRPr>
            </a:defPPr>
            <a:lvl1pPr>
              <a:defRPr sz="1725" b="0">
                <a:solidFill>
                  <a:srgbClr val="1B2A3A"/>
                </a:solidFill>
              </a:defRPr>
            </a:lvl1pPr>
            <a:lvl2pPr>
              <a:defRPr sz="1725" b="0">
                <a:solidFill>
                  <a:srgbClr val="1B2A3A"/>
                </a:solidFill>
              </a:defRPr>
            </a:lvl2pPr>
            <a:lvl3pPr>
              <a:defRPr sz="1725" b="0">
                <a:solidFill>
                  <a:srgbClr val="1B2A3A"/>
                </a:solidFill>
              </a:defRPr>
            </a:lvl3pPr>
            <a:lvl4pPr>
              <a:defRPr sz="1725" b="0">
                <a:solidFill>
                  <a:srgbClr val="1B2A3A"/>
                </a:solidFill>
              </a:defRPr>
            </a:lvl4pPr>
            <a:lvl5pPr>
              <a:defRPr sz="1725" b="0">
                <a:solidFill>
                  <a:srgbClr val="1B2A3A"/>
                </a:solidFill>
              </a:defRPr>
            </a:lvl5pPr>
            <a:lvl6pPr>
              <a:defRPr sz="1725" b="0">
                <a:solidFill>
                  <a:srgbClr val="1B2A3A"/>
                </a:solidFill>
              </a:defRPr>
            </a:lvl6pPr>
            <a:lvl7pPr>
              <a:defRPr sz="1725" b="0">
                <a:solidFill>
                  <a:srgbClr val="1B2A3A"/>
                </a:solidFill>
              </a:defRPr>
            </a:lvl7pPr>
            <a:lvl8pPr>
              <a:defRPr sz="1725" b="0">
                <a:solidFill>
                  <a:srgbClr val="1B2A3A"/>
                </a:solidFill>
              </a:defRPr>
            </a:lvl8pPr>
            <a:lvl9pPr>
              <a:defRPr sz="1725" b="0">
                <a:solidFill>
                  <a:srgbClr val="1B2A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B2A3A"/>
                </a:solidFill>
              </a:defRPr>
            </a:pPr>
            <a:r>
              <a:rPr sz="1725" b="0">
                <a:solidFill>
                  <a:srgbClr val="1B2A3A"/>
                </a:solidFill>
              </a:rPr>
              <a:t>•  Los reportes y la exportación entregan información útil sin conceder privilegios al operador.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42F94-FC14-4469-9359-4A679487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873"/>
                </a:solidFill>
              </a:defRPr>
            </a:defPPr>
            <a:lvl1pPr>
              <a:defRPr sz="1275" b="0">
                <a:solidFill>
                  <a:srgbClr val="5D6873"/>
                </a:solidFill>
              </a:defRPr>
            </a:lvl1pPr>
            <a:lvl2pPr>
              <a:defRPr sz="1275" b="0">
                <a:solidFill>
                  <a:srgbClr val="5D6873"/>
                </a:solidFill>
              </a:defRPr>
            </a:lvl2pPr>
            <a:lvl3pPr>
              <a:defRPr sz="1275" b="0">
                <a:solidFill>
                  <a:srgbClr val="5D6873"/>
                </a:solidFill>
              </a:defRPr>
            </a:lvl3pPr>
            <a:lvl4pPr>
              <a:defRPr sz="1275" b="0">
                <a:solidFill>
                  <a:srgbClr val="5D6873"/>
                </a:solidFill>
              </a:defRPr>
            </a:lvl4pPr>
            <a:lvl5pPr>
              <a:defRPr sz="1275" b="0">
                <a:solidFill>
                  <a:srgbClr val="5D6873"/>
                </a:solidFill>
              </a:defRPr>
            </a:lvl5pPr>
            <a:lvl6pPr>
              <a:defRPr sz="1275" b="0">
                <a:solidFill>
                  <a:srgbClr val="5D6873"/>
                </a:solidFill>
              </a:defRPr>
            </a:lvl6pPr>
            <a:lvl7pPr>
              <a:defRPr sz="1275" b="0">
                <a:solidFill>
                  <a:srgbClr val="5D6873"/>
                </a:solidFill>
              </a:defRPr>
            </a:lvl7pPr>
            <a:lvl8pPr>
              <a:defRPr sz="1275" b="0">
                <a:solidFill>
                  <a:srgbClr val="5D6873"/>
                </a:solidFill>
              </a:defRPr>
            </a:lvl8pPr>
            <a:lvl9pPr>
              <a:defRPr sz="1275" b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6873"/>
                </a:solidFill>
              </a:defRPr>
            </a:pPr>
            <a:r>
              <a:rPr sz="1275" b="0">
                <a:solidFill>
                  <a:srgbClr val="5D6873"/>
                </a:solidFill>
              </a:rPr>
              <a:t>Referencias de apoyo: Guía integral Actividad 3 Laboratorios 10 y 11; OWASP Top 10; Manual de PHP.</a:t>
            </a:r>
          </a:p>
        </p:txBody>
      </p:sp>
    </p:spTree>
    <p:extLst>
      <p:ext uri="{BB962C8B-B14F-4D97-AF65-F5344CB8AC3E}">
        <p14:creationId xmlns:p14="http://schemas.microsoft.com/office/powerpoint/2010/main" val="1601225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2026-10-24T00:03:08.6120000Z</dcterms:created>
  <dcterms:modified xsi:type="dcterms:W3CDTF">2026-10-24T00:03:08.6120000Z</dcterms:modified>
</coreProperties>
</file>